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18"/>
  </p:notesMasterIdLst>
  <p:handoutMasterIdLst>
    <p:handoutMasterId r:id="rId19"/>
  </p:handoutMasterIdLst>
  <p:sldIdLst>
    <p:sldId id="276" r:id="rId5"/>
    <p:sldId id="257" r:id="rId6"/>
    <p:sldId id="283" r:id="rId7"/>
    <p:sldId id="299" r:id="rId8"/>
    <p:sldId id="300" r:id="rId9"/>
    <p:sldId id="281" r:id="rId10"/>
    <p:sldId id="301" r:id="rId11"/>
    <p:sldId id="302" r:id="rId12"/>
    <p:sldId id="303" r:id="rId13"/>
    <p:sldId id="304" r:id="rId14"/>
    <p:sldId id="305" r:id="rId15"/>
    <p:sldId id="306" r:id="rId16"/>
    <p:sldId id="298" r:id="rId17"/>
  </p:sldIdLst>
  <p:sldSz cx="12192000" cy="6858000"/>
  <p:notesSz cx="6858000" cy="9144000"/>
  <p:defaultTextStyle>
    <a:defPPr rtl="0">
      <a:defRPr lang="es-ES"/>
    </a:defPPr>
    <a:lvl1pPr marL="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928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FD0F851-EC5A-4D38-B0AD-8093EC10F338}"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2" autoAdjust="0"/>
    <p:restoredTop sz="94902" autoAdjust="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>
        <p:guide orient="horz" pos="2928"/>
        <p:guide pos="3840"/>
      </p:guideLst>
    </p:cSldViewPr>
  </p:slideViewPr>
  <p:outlineViewPr>
    <p:cViewPr>
      <p:scale>
        <a:sx n="33" d="100"/>
        <a:sy n="33" d="100"/>
      </p:scale>
      <p:origin x="0" y="-518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933"/>
    </p:cViewPr>
  </p:sorterViewPr>
  <p:notesViewPr>
    <p:cSldViewPr snapToGrid="0">
      <p:cViewPr varScale="1">
        <p:scale>
          <a:sx n="97" d="100"/>
          <a:sy n="97" d="100"/>
        </p:scale>
        <p:origin x="286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5B022A2D-42FA-4553-8772-8DAE87B7695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FDD895D-FAE0-4BCC-A867-FF4B70D9BF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B9CC0A2A-7350-44EA-8473-80B301E64BCF}" type="datetime1">
              <a:rPr lang="es-ES" smtClean="0"/>
              <a:t>12/10/2025</a:t>
            </a:fld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C4706EC-595E-4FD0-9EC4-968864CC931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F699D8E-A980-43D3-BFB9-0812FFA36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5C4EE72E-E5A5-44ED-A736-DB8D8EE9B4C6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4617412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51E54B90-85A7-47BA-8471-B38FAECA92C8}" type="datetime1">
              <a:rPr lang="es-ES" smtClean="0"/>
              <a:t>12/10/2025</a:t>
            </a:fld>
            <a:endParaRPr lang="es-E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es-ES"/>
            </a:def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8D942FC2-A162-47B3-989B-571A62414964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9132772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8D942FC2-A162-47B3-989B-571A62414964}" type="slidenum">
              <a:rPr lang="es-ES" smtClean="0"/>
              <a:t>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6309004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8D942FC2-A162-47B3-989B-571A62414964}" type="slidenum">
              <a:rPr lang="es-ES" smtClean="0"/>
              <a:t>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888000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8D942FC2-A162-47B3-989B-571A62414964}" type="slidenum">
              <a:rPr lang="es-ES" smtClean="0"/>
              <a:t>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715704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72085-BFB9-975A-A1D5-C285C5257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86D7D32-2D4B-034E-F5B3-DDEFB83B42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97FA5A7-B89B-D8A3-ED6A-2A49762AC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E7C7C16-216D-3BA4-0116-053CC6D695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8D942FC2-A162-47B3-989B-571A62414964}" type="slidenum">
              <a:rPr lang="es-ES" smtClean="0"/>
              <a:t>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223691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8D942FC2-A162-47B3-989B-571A62414964}" type="slidenum">
              <a:rPr lang="es-ES" smtClean="0"/>
              <a:t>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848561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FFB90-6D11-2FE5-9624-563E9782D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A3279DD-026E-A6DE-28A1-111FB448E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B1C6B4D-1FC4-8BD2-5134-D1F86A7151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E28903E-BB59-C6BE-20F9-416243FBA3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8D942FC2-A162-47B3-989B-571A62414964}" type="slidenum">
              <a:rPr lang="es-ES" smtClean="0"/>
              <a:t>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9356374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456D1-CA33-6542-B2EE-1876B1AA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5EDFDFC-2BC4-1955-5615-73A97B2D0D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935BECD-1819-465E-BA2C-316101F54D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2B6B389-EEF6-5E62-5C87-45187B8157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8D942FC2-A162-47B3-989B-571A62414964}" type="slidenum">
              <a:rPr lang="es-ES" smtClean="0"/>
              <a:t>11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13117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8D942FC2-A162-47B3-989B-571A62414964}" type="slidenum">
              <a:rPr lang="es-ES" smtClean="0"/>
              <a:t>13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240911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ítul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29798E-90C4-48E6-B39B-37FF65347AB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197100" y="1079500"/>
            <a:ext cx="7797799" cy="2138400"/>
          </a:xfrm>
        </p:spPr>
        <p:txBody>
          <a:bodyPr rtlCol="0" anchor="b">
            <a:normAutofit/>
          </a:bodyPr>
          <a:lstStyle>
            <a:lvl1pPr algn="ctr">
              <a:defRPr lang="es-ES" sz="28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3D95C8C-0A7F-40D9-A690-3D5898EFFE8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08350" y="4113213"/>
            <a:ext cx="5575300" cy="1655762"/>
          </a:xfrm>
        </p:spPr>
        <p:txBody>
          <a:bodyPr rtlCol="0"/>
          <a:lstStyle>
            <a:lvl1pPr marL="0" indent="0" algn="ctr">
              <a:buNone/>
              <a:defRPr lang="es-ES" sz="2400" i="1"/>
            </a:lvl1pPr>
            <a:lvl2pPr marL="457200" indent="0" algn="ctr">
              <a:buNone/>
              <a:defRPr lang="es-ES" sz="2000"/>
            </a:lvl2pPr>
            <a:lvl3pPr marL="914400" indent="0" algn="ctr">
              <a:buNone/>
              <a:defRPr lang="es-ES" sz="1800"/>
            </a:lvl3pPr>
            <a:lvl4pPr marL="1371600" indent="0" algn="ctr">
              <a:buNone/>
              <a:defRPr lang="es-ES" sz="1600"/>
            </a:lvl4pPr>
            <a:lvl5pPr marL="1828800" indent="0" algn="ctr">
              <a:buNone/>
              <a:defRPr lang="es-ES" sz="1600"/>
            </a:lvl5pPr>
            <a:lvl6pPr marL="2286000" indent="0" algn="ctr">
              <a:buNone/>
              <a:defRPr lang="es-ES" sz="1600"/>
            </a:lvl6pPr>
            <a:lvl7pPr marL="2743200" indent="0" algn="ctr">
              <a:buNone/>
              <a:defRPr lang="es-ES" sz="1600"/>
            </a:lvl7pPr>
            <a:lvl8pPr marL="3200400" indent="0" algn="ctr">
              <a:buNone/>
              <a:defRPr lang="es-ES" sz="1600"/>
            </a:lvl8pPr>
            <a:lvl9pPr marL="3657600" indent="0" algn="ctr">
              <a:buNone/>
              <a:defRPr lang="es-ES" sz="1600"/>
            </a:lvl9pPr>
          </a:lstStyle>
          <a:p>
            <a:pPr rtl="0"/>
            <a:r>
              <a:rPr lang="es-ES"/>
              <a:t>Haga clic para agregar un subtítulo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701C0CAB-6A03-4C6A-9FAA-219847753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826000" y="3690871"/>
            <a:ext cx="5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Grupo 19">
            <a:extLst>
              <a:ext uri="{FF2B5EF4-FFF2-40B4-BE49-F238E27FC236}">
                <a16:creationId xmlns:a16="http://schemas.microsoft.com/office/drawing/2014/main" id="{F982E0B2-AA9C-441C-A08E-A9DF9CF12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728046" y="4869342"/>
            <a:ext cx="1623711" cy="630920"/>
            <a:chOff x="9588346" y="4824892"/>
            <a:chExt cx="1623711" cy="630920"/>
          </a:xfrm>
        </p:grpSpPr>
        <p:sp>
          <p:nvSpPr>
            <p:cNvPr id="16" name="Forma libre: Forma 15">
              <a:extLst>
                <a:ext uri="{FF2B5EF4-FFF2-40B4-BE49-F238E27FC236}">
                  <a16:creationId xmlns:a16="http://schemas.microsoft.com/office/drawing/2014/main" id="{A4A2E074-C10D-4C57-AB72-B631E4D77102}"/>
                </a:ext>
              </a:extLst>
            </p:cNvPr>
            <p:cNvSpPr/>
            <p:nvPr/>
          </p:nvSpPr>
          <p:spPr>
            <a:xfrm rot="2700000" flipH="1">
              <a:off x="10267789" y="4452443"/>
              <a:ext cx="571820" cy="1316717"/>
            </a:xfrm>
            <a:custGeom>
              <a:avLst/>
              <a:gdLst>
                <a:gd name="connsiteX0" fmla="*/ 282417 w 571820"/>
                <a:gd name="connsiteY0" fmla="*/ 0 h 1316717"/>
                <a:gd name="connsiteX1" fmla="*/ 285910 w 571820"/>
                <a:gd name="connsiteY1" fmla="*/ 3175 h 1316717"/>
                <a:gd name="connsiteX2" fmla="*/ 287393 w 571820"/>
                <a:gd name="connsiteY2" fmla="*/ 1827 h 1316717"/>
                <a:gd name="connsiteX3" fmla="*/ 289403 w 571820"/>
                <a:gd name="connsiteY3" fmla="*/ 0 h 1316717"/>
                <a:gd name="connsiteX4" fmla="*/ 289403 w 571820"/>
                <a:gd name="connsiteY4" fmla="*/ 6349 h 1316717"/>
                <a:gd name="connsiteX5" fmla="*/ 309203 w 571820"/>
                <a:gd name="connsiteY5" fmla="*/ 24345 h 1316717"/>
                <a:gd name="connsiteX6" fmla="*/ 571820 w 571820"/>
                <a:gd name="connsiteY6" fmla="*/ 658359 h 1316717"/>
                <a:gd name="connsiteX7" fmla="*/ 309203 w 571820"/>
                <a:gd name="connsiteY7" fmla="*/ 1292372 h 1316717"/>
                <a:gd name="connsiteX8" fmla="*/ 289403 w 571820"/>
                <a:gd name="connsiteY8" fmla="*/ 1310368 h 1316717"/>
                <a:gd name="connsiteX9" fmla="*/ 289403 w 571820"/>
                <a:gd name="connsiteY9" fmla="*/ 1316717 h 1316717"/>
                <a:gd name="connsiteX10" fmla="*/ 287393 w 571820"/>
                <a:gd name="connsiteY10" fmla="*/ 1314890 h 1316717"/>
                <a:gd name="connsiteX11" fmla="*/ 285910 w 571820"/>
                <a:gd name="connsiteY11" fmla="*/ 1313542 h 1316717"/>
                <a:gd name="connsiteX12" fmla="*/ 282417 w 571820"/>
                <a:gd name="connsiteY12" fmla="*/ 1316717 h 1316717"/>
                <a:gd name="connsiteX13" fmla="*/ 282417 w 571820"/>
                <a:gd name="connsiteY13" fmla="*/ 1310367 h 1316717"/>
                <a:gd name="connsiteX14" fmla="*/ 262617 w 571820"/>
                <a:gd name="connsiteY14" fmla="*/ 1292372 h 1316717"/>
                <a:gd name="connsiteX15" fmla="*/ 0 w 571820"/>
                <a:gd name="connsiteY15" fmla="*/ 658358 h 1316717"/>
                <a:gd name="connsiteX16" fmla="*/ 262617 w 571820"/>
                <a:gd name="connsiteY16" fmla="*/ 24345 h 1316717"/>
                <a:gd name="connsiteX17" fmla="*/ 282417 w 571820"/>
                <a:gd name="connsiteY17" fmla="*/ 6349 h 1316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71820" h="1316717">
                  <a:moveTo>
                    <a:pt x="282417" y="0"/>
                  </a:moveTo>
                  <a:lnTo>
                    <a:pt x="285910" y="3175"/>
                  </a:lnTo>
                  <a:lnTo>
                    <a:pt x="287393" y="1827"/>
                  </a:lnTo>
                  <a:lnTo>
                    <a:pt x="289403" y="0"/>
                  </a:lnTo>
                  <a:lnTo>
                    <a:pt x="289403" y="6349"/>
                  </a:lnTo>
                  <a:lnTo>
                    <a:pt x="309203" y="24345"/>
                  </a:lnTo>
                  <a:cubicBezTo>
                    <a:pt x="471461" y="186603"/>
                    <a:pt x="571820" y="410761"/>
                    <a:pt x="571820" y="658359"/>
                  </a:cubicBezTo>
                  <a:cubicBezTo>
                    <a:pt x="571820" y="905956"/>
                    <a:pt x="471461" y="1130114"/>
                    <a:pt x="309203" y="1292372"/>
                  </a:cubicBezTo>
                  <a:lnTo>
                    <a:pt x="289403" y="1310368"/>
                  </a:lnTo>
                  <a:lnTo>
                    <a:pt x="289403" y="1316717"/>
                  </a:lnTo>
                  <a:lnTo>
                    <a:pt x="287393" y="1314890"/>
                  </a:lnTo>
                  <a:lnTo>
                    <a:pt x="285910" y="1313542"/>
                  </a:lnTo>
                  <a:lnTo>
                    <a:pt x="282417" y="1316717"/>
                  </a:lnTo>
                  <a:lnTo>
                    <a:pt x="282417" y="1310367"/>
                  </a:lnTo>
                  <a:lnTo>
                    <a:pt x="262617" y="1292372"/>
                  </a:lnTo>
                  <a:cubicBezTo>
                    <a:pt x="100359" y="1130113"/>
                    <a:pt x="0" y="905956"/>
                    <a:pt x="0" y="658358"/>
                  </a:cubicBezTo>
                  <a:cubicBezTo>
                    <a:pt x="0" y="410761"/>
                    <a:pt x="100359" y="186603"/>
                    <a:pt x="262617" y="24345"/>
                  </a:cubicBezTo>
                  <a:lnTo>
                    <a:pt x="282417" y="6349"/>
                  </a:lnTo>
                  <a:close/>
                </a:path>
              </a:pathLst>
            </a:custGeom>
            <a:solidFill>
              <a:schemeClr val="accent4">
                <a:alpha val="4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0B037EB3-1772-4BA8-A95A-E5DBDFEA32B0}"/>
                </a:ext>
              </a:extLst>
            </p:cNvPr>
            <p:cNvGrpSpPr/>
            <p:nvPr/>
          </p:nvGrpSpPr>
          <p:grpSpPr>
            <a:xfrm rot="2700000" flipH="1">
              <a:off x="10112436" y="4359902"/>
              <a:ext cx="571820" cy="1620000"/>
              <a:chOff x="8482785" y="4330454"/>
              <a:chExt cx="571820" cy="1620000"/>
            </a:xfrm>
          </p:grpSpPr>
          <p:sp>
            <p:nvSpPr>
              <p:cNvPr id="18" name="Forma libre: Forma 17">
                <a:extLst>
                  <a:ext uri="{FF2B5EF4-FFF2-40B4-BE49-F238E27FC236}">
                    <a16:creationId xmlns:a16="http://schemas.microsoft.com/office/drawing/2014/main" id="{A1F47AC1-63D0-47F3-9728-1A0A0543494B}"/>
                  </a:ext>
                </a:extLst>
              </p:cNvPr>
              <p:cNvSpPr/>
              <p:nvPr/>
            </p:nvSpPr>
            <p:spPr>
              <a:xfrm>
                <a:off x="8482785" y="4333632"/>
                <a:ext cx="571820" cy="1311956"/>
              </a:xfrm>
              <a:custGeom>
                <a:avLst/>
                <a:gdLst>
                  <a:gd name="connsiteX0" fmla="*/ 282417 w 571820"/>
                  <a:gd name="connsiteY0" fmla="*/ 0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289403 w 571820"/>
                  <a:gd name="connsiteY4" fmla="*/ 6349 h 1316717"/>
                  <a:gd name="connsiteX5" fmla="*/ 309203 w 571820"/>
                  <a:gd name="connsiteY5" fmla="*/ 24345 h 1316717"/>
                  <a:gd name="connsiteX6" fmla="*/ 571820 w 571820"/>
                  <a:gd name="connsiteY6" fmla="*/ 658359 h 1316717"/>
                  <a:gd name="connsiteX7" fmla="*/ 309203 w 571820"/>
                  <a:gd name="connsiteY7" fmla="*/ 1292372 h 1316717"/>
                  <a:gd name="connsiteX8" fmla="*/ 289403 w 571820"/>
                  <a:gd name="connsiteY8" fmla="*/ 1310368 h 1316717"/>
                  <a:gd name="connsiteX9" fmla="*/ 289403 w 571820"/>
                  <a:gd name="connsiteY9" fmla="*/ 1316717 h 1316717"/>
                  <a:gd name="connsiteX10" fmla="*/ 287393 w 571820"/>
                  <a:gd name="connsiteY10" fmla="*/ 1314890 h 1316717"/>
                  <a:gd name="connsiteX11" fmla="*/ 285910 w 571820"/>
                  <a:gd name="connsiteY11" fmla="*/ 1313542 h 1316717"/>
                  <a:gd name="connsiteX12" fmla="*/ 282417 w 571820"/>
                  <a:gd name="connsiteY12" fmla="*/ 1316717 h 1316717"/>
                  <a:gd name="connsiteX13" fmla="*/ 282417 w 571820"/>
                  <a:gd name="connsiteY13" fmla="*/ 1310367 h 1316717"/>
                  <a:gd name="connsiteX14" fmla="*/ 262617 w 571820"/>
                  <a:gd name="connsiteY14" fmla="*/ 1292372 h 1316717"/>
                  <a:gd name="connsiteX15" fmla="*/ 0 w 571820"/>
                  <a:gd name="connsiteY15" fmla="*/ 658358 h 1316717"/>
                  <a:gd name="connsiteX16" fmla="*/ 262617 w 571820"/>
                  <a:gd name="connsiteY16" fmla="*/ 24345 h 1316717"/>
                  <a:gd name="connsiteX17" fmla="*/ 282417 w 571820"/>
                  <a:gd name="connsiteY17" fmla="*/ 6349 h 1316717"/>
                  <a:gd name="connsiteX0" fmla="*/ 282417 w 571820"/>
                  <a:gd name="connsiteY0" fmla="*/ 6349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289403 w 571820"/>
                  <a:gd name="connsiteY4" fmla="*/ 6349 h 1316717"/>
                  <a:gd name="connsiteX5" fmla="*/ 309203 w 571820"/>
                  <a:gd name="connsiteY5" fmla="*/ 24345 h 1316717"/>
                  <a:gd name="connsiteX6" fmla="*/ 571820 w 571820"/>
                  <a:gd name="connsiteY6" fmla="*/ 658359 h 1316717"/>
                  <a:gd name="connsiteX7" fmla="*/ 309203 w 571820"/>
                  <a:gd name="connsiteY7" fmla="*/ 1292372 h 1316717"/>
                  <a:gd name="connsiteX8" fmla="*/ 289403 w 571820"/>
                  <a:gd name="connsiteY8" fmla="*/ 1310368 h 1316717"/>
                  <a:gd name="connsiteX9" fmla="*/ 289403 w 571820"/>
                  <a:gd name="connsiteY9" fmla="*/ 1316717 h 1316717"/>
                  <a:gd name="connsiteX10" fmla="*/ 287393 w 571820"/>
                  <a:gd name="connsiteY10" fmla="*/ 1314890 h 1316717"/>
                  <a:gd name="connsiteX11" fmla="*/ 285910 w 571820"/>
                  <a:gd name="connsiteY11" fmla="*/ 1313542 h 1316717"/>
                  <a:gd name="connsiteX12" fmla="*/ 282417 w 571820"/>
                  <a:gd name="connsiteY12" fmla="*/ 1316717 h 1316717"/>
                  <a:gd name="connsiteX13" fmla="*/ 282417 w 571820"/>
                  <a:gd name="connsiteY13" fmla="*/ 1310367 h 1316717"/>
                  <a:gd name="connsiteX14" fmla="*/ 262617 w 571820"/>
                  <a:gd name="connsiteY14" fmla="*/ 1292372 h 1316717"/>
                  <a:gd name="connsiteX15" fmla="*/ 0 w 571820"/>
                  <a:gd name="connsiteY15" fmla="*/ 658358 h 1316717"/>
                  <a:gd name="connsiteX16" fmla="*/ 262617 w 571820"/>
                  <a:gd name="connsiteY16" fmla="*/ 24345 h 1316717"/>
                  <a:gd name="connsiteX17" fmla="*/ 282417 w 571820"/>
                  <a:gd name="connsiteY17" fmla="*/ 6349 h 1316717"/>
                  <a:gd name="connsiteX0" fmla="*/ 262617 w 571820"/>
                  <a:gd name="connsiteY0" fmla="*/ 24345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289403 w 571820"/>
                  <a:gd name="connsiteY4" fmla="*/ 6349 h 1316717"/>
                  <a:gd name="connsiteX5" fmla="*/ 309203 w 571820"/>
                  <a:gd name="connsiteY5" fmla="*/ 24345 h 1316717"/>
                  <a:gd name="connsiteX6" fmla="*/ 571820 w 571820"/>
                  <a:gd name="connsiteY6" fmla="*/ 658359 h 1316717"/>
                  <a:gd name="connsiteX7" fmla="*/ 309203 w 571820"/>
                  <a:gd name="connsiteY7" fmla="*/ 1292372 h 1316717"/>
                  <a:gd name="connsiteX8" fmla="*/ 289403 w 571820"/>
                  <a:gd name="connsiteY8" fmla="*/ 1310368 h 1316717"/>
                  <a:gd name="connsiteX9" fmla="*/ 289403 w 571820"/>
                  <a:gd name="connsiteY9" fmla="*/ 1316717 h 1316717"/>
                  <a:gd name="connsiteX10" fmla="*/ 287393 w 571820"/>
                  <a:gd name="connsiteY10" fmla="*/ 1314890 h 1316717"/>
                  <a:gd name="connsiteX11" fmla="*/ 285910 w 571820"/>
                  <a:gd name="connsiteY11" fmla="*/ 1313542 h 1316717"/>
                  <a:gd name="connsiteX12" fmla="*/ 282417 w 571820"/>
                  <a:gd name="connsiteY12" fmla="*/ 1316717 h 1316717"/>
                  <a:gd name="connsiteX13" fmla="*/ 282417 w 571820"/>
                  <a:gd name="connsiteY13" fmla="*/ 1310367 h 1316717"/>
                  <a:gd name="connsiteX14" fmla="*/ 262617 w 571820"/>
                  <a:gd name="connsiteY14" fmla="*/ 1292372 h 1316717"/>
                  <a:gd name="connsiteX15" fmla="*/ 0 w 571820"/>
                  <a:gd name="connsiteY15" fmla="*/ 658358 h 1316717"/>
                  <a:gd name="connsiteX16" fmla="*/ 262617 w 571820"/>
                  <a:gd name="connsiteY16" fmla="*/ 24345 h 1316717"/>
                  <a:gd name="connsiteX0" fmla="*/ 262617 w 571820"/>
                  <a:gd name="connsiteY0" fmla="*/ 24345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309203 w 571820"/>
                  <a:gd name="connsiteY4" fmla="*/ 24345 h 1316717"/>
                  <a:gd name="connsiteX5" fmla="*/ 571820 w 571820"/>
                  <a:gd name="connsiteY5" fmla="*/ 658359 h 1316717"/>
                  <a:gd name="connsiteX6" fmla="*/ 309203 w 571820"/>
                  <a:gd name="connsiteY6" fmla="*/ 1292372 h 1316717"/>
                  <a:gd name="connsiteX7" fmla="*/ 289403 w 571820"/>
                  <a:gd name="connsiteY7" fmla="*/ 1310368 h 1316717"/>
                  <a:gd name="connsiteX8" fmla="*/ 289403 w 571820"/>
                  <a:gd name="connsiteY8" fmla="*/ 1316717 h 1316717"/>
                  <a:gd name="connsiteX9" fmla="*/ 287393 w 571820"/>
                  <a:gd name="connsiteY9" fmla="*/ 1314890 h 1316717"/>
                  <a:gd name="connsiteX10" fmla="*/ 285910 w 571820"/>
                  <a:gd name="connsiteY10" fmla="*/ 1313542 h 1316717"/>
                  <a:gd name="connsiteX11" fmla="*/ 282417 w 571820"/>
                  <a:gd name="connsiteY11" fmla="*/ 1316717 h 1316717"/>
                  <a:gd name="connsiteX12" fmla="*/ 282417 w 571820"/>
                  <a:gd name="connsiteY12" fmla="*/ 1310367 h 1316717"/>
                  <a:gd name="connsiteX13" fmla="*/ 262617 w 571820"/>
                  <a:gd name="connsiteY13" fmla="*/ 1292372 h 1316717"/>
                  <a:gd name="connsiteX14" fmla="*/ 0 w 571820"/>
                  <a:gd name="connsiteY14" fmla="*/ 658358 h 1316717"/>
                  <a:gd name="connsiteX15" fmla="*/ 262617 w 571820"/>
                  <a:gd name="connsiteY15" fmla="*/ 24345 h 1316717"/>
                  <a:gd name="connsiteX0" fmla="*/ 262617 w 571820"/>
                  <a:gd name="connsiteY0" fmla="*/ 22518 h 1314890"/>
                  <a:gd name="connsiteX1" fmla="*/ 285910 w 571820"/>
                  <a:gd name="connsiteY1" fmla="*/ 1348 h 1314890"/>
                  <a:gd name="connsiteX2" fmla="*/ 287393 w 571820"/>
                  <a:gd name="connsiteY2" fmla="*/ 0 h 1314890"/>
                  <a:gd name="connsiteX3" fmla="*/ 309203 w 571820"/>
                  <a:gd name="connsiteY3" fmla="*/ 22518 h 1314890"/>
                  <a:gd name="connsiteX4" fmla="*/ 571820 w 571820"/>
                  <a:gd name="connsiteY4" fmla="*/ 656532 h 1314890"/>
                  <a:gd name="connsiteX5" fmla="*/ 309203 w 571820"/>
                  <a:gd name="connsiteY5" fmla="*/ 1290545 h 1314890"/>
                  <a:gd name="connsiteX6" fmla="*/ 289403 w 571820"/>
                  <a:gd name="connsiteY6" fmla="*/ 1308541 h 1314890"/>
                  <a:gd name="connsiteX7" fmla="*/ 289403 w 571820"/>
                  <a:gd name="connsiteY7" fmla="*/ 1314890 h 1314890"/>
                  <a:gd name="connsiteX8" fmla="*/ 287393 w 571820"/>
                  <a:gd name="connsiteY8" fmla="*/ 1313063 h 1314890"/>
                  <a:gd name="connsiteX9" fmla="*/ 285910 w 571820"/>
                  <a:gd name="connsiteY9" fmla="*/ 1311715 h 1314890"/>
                  <a:gd name="connsiteX10" fmla="*/ 282417 w 571820"/>
                  <a:gd name="connsiteY10" fmla="*/ 1314890 h 1314890"/>
                  <a:gd name="connsiteX11" fmla="*/ 282417 w 571820"/>
                  <a:gd name="connsiteY11" fmla="*/ 1308540 h 1314890"/>
                  <a:gd name="connsiteX12" fmla="*/ 262617 w 571820"/>
                  <a:gd name="connsiteY12" fmla="*/ 1290545 h 1314890"/>
                  <a:gd name="connsiteX13" fmla="*/ 0 w 571820"/>
                  <a:gd name="connsiteY13" fmla="*/ 656531 h 1314890"/>
                  <a:gd name="connsiteX14" fmla="*/ 262617 w 571820"/>
                  <a:gd name="connsiteY14" fmla="*/ 22518 h 1314890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85910 w 571820"/>
                  <a:gd name="connsiteY8" fmla="*/ 1310367 h 1313542"/>
                  <a:gd name="connsiteX9" fmla="*/ 282417 w 571820"/>
                  <a:gd name="connsiteY9" fmla="*/ 1313542 h 1313542"/>
                  <a:gd name="connsiteX10" fmla="*/ 282417 w 571820"/>
                  <a:gd name="connsiteY10" fmla="*/ 1307192 h 1313542"/>
                  <a:gd name="connsiteX11" fmla="*/ 262617 w 571820"/>
                  <a:gd name="connsiteY11" fmla="*/ 1289197 h 1313542"/>
                  <a:gd name="connsiteX12" fmla="*/ 0 w 571820"/>
                  <a:gd name="connsiteY12" fmla="*/ 655183 h 1313542"/>
                  <a:gd name="connsiteX13" fmla="*/ 262617 w 571820"/>
                  <a:gd name="connsiteY13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85910 w 571820"/>
                  <a:gd name="connsiteY8" fmla="*/ 1310367 h 1313542"/>
                  <a:gd name="connsiteX9" fmla="*/ 282417 w 571820"/>
                  <a:gd name="connsiteY9" fmla="*/ 1313542 h 1313542"/>
                  <a:gd name="connsiteX10" fmla="*/ 262617 w 571820"/>
                  <a:gd name="connsiteY10" fmla="*/ 1289197 h 1313542"/>
                  <a:gd name="connsiteX11" fmla="*/ 0 w 571820"/>
                  <a:gd name="connsiteY11" fmla="*/ 655183 h 1313542"/>
                  <a:gd name="connsiteX12" fmla="*/ 262617 w 571820"/>
                  <a:gd name="connsiteY12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85910 w 571820"/>
                  <a:gd name="connsiteY8" fmla="*/ 1310367 h 1313542"/>
                  <a:gd name="connsiteX9" fmla="*/ 262617 w 571820"/>
                  <a:gd name="connsiteY9" fmla="*/ 1289197 h 1313542"/>
                  <a:gd name="connsiteX10" fmla="*/ 0 w 571820"/>
                  <a:gd name="connsiteY10" fmla="*/ 655183 h 1313542"/>
                  <a:gd name="connsiteX11" fmla="*/ 262617 w 571820"/>
                  <a:gd name="connsiteY11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62617 w 571820"/>
                  <a:gd name="connsiteY8" fmla="*/ 1289197 h 1313542"/>
                  <a:gd name="connsiteX9" fmla="*/ 0 w 571820"/>
                  <a:gd name="connsiteY9" fmla="*/ 655183 h 1313542"/>
                  <a:gd name="connsiteX10" fmla="*/ 262617 w 571820"/>
                  <a:gd name="connsiteY10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62617 w 571820"/>
                  <a:gd name="connsiteY7" fmla="*/ 1289197 h 1313542"/>
                  <a:gd name="connsiteX8" fmla="*/ 0 w 571820"/>
                  <a:gd name="connsiteY8" fmla="*/ 655183 h 1313542"/>
                  <a:gd name="connsiteX9" fmla="*/ 262617 w 571820"/>
                  <a:gd name="connsiteY9" fmla="*/ 21170 h 1313542"/>
                  <a:gd name="connsiteX0" fmla="*/ 262617 w 571820"/>
                  <a:gd name="connsiteY0" fmla="*/ 21170 h 1364739"/>
                  <a:gd name="connsiteX1" fmla="*/ 285910 w 571820"/>
                  <a:gd name="connsiteY1" fmla="*/ 0 h 1364739"/>
                  <a:gd name="connsiteX2" fmla="*/ 309203 w 571820"/>
                  <a:gd name="connsiteY2" fmla="*/ 21170 h 1364739"/>
                  <a:gd name="connsiteX3" fmla="*/ 571820 w 571820"/>
                  <a:gd name="connsiteY3" fmla="*/ 655184 h 1364739"/>
                  <a:gd name="connsiteX4" fmla="*/ 309203 w 571820"/>
                  <a:gd name="connsiteY4" fmla="*/ 1289197 h 1364739"/>
                  <a:gd name="connsiteX5" fmla="*/ 289403 w 571820"/>
                  <a:gd name="connsiteY5" fmla="*/ 1307193 h 1364739"/>
                  <a:gd name="connsiteX6" fmla="*/ 177485 w 571820"/>
                  <a:gd name="connsiteY6" fmla="*/ 1364739 h 1364739"/>
                  <a:gd name="connsiteX7" fmla="*/ 262617 w 571820"/>
                  <a:gd name="connsiteY7" fmla="*/ 1289197 h 1364739"/>
                  <a:gd name="connsiteX8" fmla="*/ 0 w 571820"/>
                  <a:gd name="connsiteY8" fmla="*/ 655183 h 1364739"/>
                  <a:gd name="connsiteX9" fmla="*/ 262617 w 571820"/>
                  <a:gd name="connsiteY9" fmla="*/ 21170 h 1364739"/>
                  <a:gd name="connsiteX0" fmla="*/ 262617 w 571820"/>
                  <a:gd name="connsiteY0" fmla="*/ 21170 h 1364739"/>
                  <a:gd name="connsiteX1" fmla="*/ 285910 w 571820"/>
                  <a:gd name="connsiteY1" fmla="*/ 0 h 1364739"/>
                  <a:gd name="connsiteX2" fmla="*/ 309203 w 571820"/>
                  <a:gd name="connsiteY2" fmla="*/ 21170 h 1364739"/>
                  <a:gd name="connsiteX3" fmla="*/ 571820 w 571820"/>
                  <a:gd name="connsiteY3" fmla="*/ 655184 h 1364739"/>
                  <a:gd name="connsiteX4" fmla="*/ 309203 w 571820"/>
                  <a:gd name="connsiteY4" fmla="*/ 1289197 h 1364739"/>
                  <a:gd name="connsiteX5" fmla="*/ 285832 w 571820"/>
                  <a:gd name="connsiteY5" fmla="*/ 1311956 h 1364739"/>
                  <a:gd name="connsiteX6" fmla="*/ 177485 w 571820"/>
                  <a:gd name="connsiteY6" fmla="*/ 1364739 h 1364739"/>
                  <a:gd name="connsiteX7" fmla="*/ 262617 w 571820"/>
                  <a:gd name="connsiteY7" fmla="*/ 1289197 h 1364739"/>
                  <a:gd name="connsiteX8" fmla="*/ 0 w 571820"/>
                  <a:gd name="connsiteY8" fmla="*/ 655183 h 1364739"/>
                  <a:gd name="connsiteX9" fmla="*/ 262617 w 571820"/>
                  <a:gd name="connsiteY9" fmla="*/ 21170 h 1364739"/>
                  <a:gd name="connsiteX0" fmla="*/ 262617 w 571820"/>
                  <a:gd name="connsiteY0" fmla="*/ 21170 h 1311956"/>
                  <a:gd name="connsiteX1" fmla="*/ 285910 w 571820"/>
                  <a:gd name="connsiteY1" fmla="*/ 0 h 1311956"/>
                  <a:gd name="connsiteX2" fmla="*/ 309203 w 571820"/>
                  <a:gd name="connsiteY2" fmla="*/ 21170 h 1311956"/>
                  <a:gd name="connsiteX3" fmla="*/ 571820 w 571820"/>
                  <a:gd name="connsiteY3" fmla="*/ 655184 h 1311956"/>
                  <a:gd name="connsiteX4" fmla="*/ 309203 w 571820"/>
                  <a:gd name="connsiteY4" fmla="*/ 1289197 h 1311956"/>
                  <a:gd name="connsiteX5" fmla="*/ 285832 w 571820"/>
                  <a:gd name="connsiteY5" fmla="*/ 1311956 h 1311956"/>
                  <a:gd name="connsiteX6" fmla="*/ 262617 w 571820"/>
                  <a:gd name="connsiteY6" fmla="*/ 1289197 h 1311956"/>
                  <a:gd name="connsiteX7" fmla="*/ 0 w 571820"/>
                  <a:gd name="connsiteY7" fmla="*/ 655183 h 1311956"/>
                  <a:gd name="connsiteX8" fmla="*/ 262617 w 571820"/>
                  <a:gd name="connsiteY8" fmla="*/ 21170 h 1311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71820" h="1311956">
                    <a:moveTo>
                      <a:pt x="262617" y="21170"/>
                    </a:moveTo>
                    <a:lnTo>
                      <a:pt x="285910" y="0"/>
                    </a:lnTo>
                    <a:lnTo>
                      <a:pt x="309203" y="21170"/>
                    </a:lnTo>
                    <a:cubicBezTo>
                      <a:pt x="471461" y="183428"/>
                      <a:pt x="571820" y="407586"/>
                      <a:pt x="571820" y="655184"/>
                    </a:cubicBezTo>
                    <a:cubicBezTo>
                      <a:pt x="571820" y="902781"/>
                      <a:pt x="471461" y="1126939"/>
                      <a:pt x="309203" y="1289197"/>
                    </a:cubicBezTo>
                    <a:lnTo>
                      <a:pt x="285832" y="1311956"/>
                    </a:lnTo>
                    <a:lnTo>
                      <a:pt x="262617" y="1289197"/>
                    </a:lnTo>
                    <a:cubicBezTo>
                      <a:pt x="100359" y="1126938"/>
                      <a:pt x="0" y="902781"/>
                      <a:pt x="0" y="655183"/>
                    </a:cubicBezTo>
                    <a:cubicBezTo>
                      <a:pt x="0" y="407586"/>
                      <a:pt x="100359" y="183428"/>
                      <a:pt x="262617" y="21170"/>
                    </a:cubicBez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9" name="Conector recto 18">
                <a:extLst>
                  <a:ext uri="{FF2B5EF4-FFF2-40B4-BE49-F238E27FC236}">
                    <a16:creationId xmlns:a16="http://schemas.microsoft.com/office/drawing/2014/main" id="{803A57D6-0C36-4560-A08A-16768551EF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68695" y="4330454"/>
                <a:ext cx="0" cy="162000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634325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29798E-90C4-48E6-B39B-37FF65347AB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197100" y="1079500"/>
            <a:ext cx="7797799" cy="2543594"/>
          </a:xfrm>
        </p:spPr>
        <p:txBody>
          <a:bodyPr rtlCol="0" anchor="b">
            <a:normAutofit/>
          </a:bodyPr>
          <a:lstStyle>
            <a:lvl1pPr algn="ctr">
              <a:defRPr lang="es-ES" sz="28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A8224D70-2CA9-3DC4-F002-EC470A48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728046" y="4869342"/>
            <a:ext cx="1623711" cy="630920"/>
            <a:chOff x="9588346" y="4824892"/>
            <a:chExt cx="1623711" cy="630920"/>
          </a:xfrm>
        </p:grpSpPr>
        <p:sp>
          <p:nvSpPr>
            <p:cNvPr id="8" name="Forma libre: Forma 15">
              <a:extLst>
                <a:ext uri="{FF2B5EF4-FFF2-40B4-BE49-F238E27FC236}">
                  <a16:creationId xmlns:a16="http://schemas.microsoft.com/office/drawing/2014/main" id="{C0B1F33F-4201-2B4E-E8EC-1D07263083EB}"/>
                </a:ext>
              </a:extLst>
            </p:cNvPr>
            <p:cNvSpPr/>
            <p:nvPr/>
          </p:nvSpPr>
          <p:spPr>
            <a:xfrm rot="2700000" flipH="1">
              <a:off x="10267789" y="4452443"/>
              <a:ext cx="571820" cy="1316717"/>
            </a:xfrm>
            <a:custGeom>
              <a:avLst/>
              <a:gdLst>
                <a:gd name="connsiteX0" fmla="*/ 282417 w 571820"/>
                <a:gd name="connsiteY0" fmla="*/ 0 h 1316717"/>
                <a:gd name="connsiteX1" fmla="*/ 285910 w 571820"/>
                <a:gd name="connsiteY1" fmla="*/ 3175 h 1316717"/>
                <a:gd name="connsiteX2" fmla="*/ 287393 w 571820"/>
                <a:gd name="connsiteY2" fmla="*/ 1827 h 1316717"/>
                <a:gd name="connsiteX3" fmla="*/ 289403 w 571820"/>
                <a:gd name="connsiteY3" fmla="*/ 0 h 1316717"/>
                <a:gd name="connsiteX4" fmla="*/ 289403 w 571820"/>
                <a:gd name="connsiteY4" fmla="*/ 6349 h 1316717"/>
                <a:gd name="connsiteX5" fmla="*/ 309203 w 571820"/>
                <a:gd name="connsiteY5" fmla="*/ 24345 h 1316717"/>
                <a:gd name="connsiteX6" fmla="*/ 571820 w 571820"/>
                <a:gd name="connsiteY6" fmla="*/ 658359 h 1316717"/>
                <a:gd name="connsiteX7" fmla="*/ 309203 w 571820"/>
                <a:gd name="connsiteY7" fmla="*/ 1292372 h 1316717"/>
                <a:gd name="connsiteX8" fmla="*/ 289403 w 571820"/>
                <a:gd name="connsiteY8" fmla="*/ 1310368 h 1316717"/>
                <a:gd name="connsiteX9" fmla="*/ 289403 w 571820"/>
                <a:gd name="connsiteY9" fmla="*/ 1316717 h 1316717"/>
                <a:gd name="connsiteX10" fmla="*/ 287393 w 571820"/>
                <a:gd name="connsiteY10" fmla="*/ 1314890 h 1316717"/>
                <a:gd name="connsiteX11" fmla="*/ 285910 w 571820"/>
                <a:gd name="connsiteY11" fmla="*/ 1313542 h 1316717"/>
                <a:gd name="connsiteX12" fmla="*/ 282417 w 571820"/>
                <a:gd name="connsiteY12" fmla="*/ 1316717 h 1316717"/>
                <a:gd name="connsiteX13" fmla="*/ 282417 w 571820"/>
                <a:gd name="connsiteY13" fmla="*/ 1310367 h 1316717"/>
                <a:gd name="connsiteX14" fmla="*/ 262617 w 571820"/>
                <a:gd name="connsiteY14" fmla="*/ 1292372 h 1316717"/>
                <a:gd name="connsiteX15" fmla="*/ 0 w 571820"/>
                <a:gd name="connsiteY15" fmla="*/ 658358 h 1316717"/>
                <a:gd name="connsiteX16" fmla="*/ 262617 w 571820"/>
                <a:gd name="connsiteY16" fmla="*/ 24345 h 1316717"/>
                <a:gd name="connsiteX17" fmla="*/ 282417 w 571820"/>
                <a:gd name="connsiteY17" fmla="*/ 6349 h 1316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71820" h="1316717">
                  <a:moveTo>
                    <a:pt x="282417" y="0"/>
                  </a:moveTo>
                  <a:lnTo>
                    <a:pt x="285910" y="3175"/>
                  </a:lnTo>
                  <a:lnTo>
                    <a:pt x="287393" y="1827"/>
                  </a:lnTo>
                  <a:lnTo>
                    <a:pt x="289403" y="0"/>
                  </a:lnTo>
                  <a:lnTo>
                    <a:pt x="289403" y="6349"/>
                  </a:lnTo>
                  <a:lnTo>
                    <a:pt x="309203" y="24345"/>
                  </a:lnTo>
                  <a:cubicBezTo>
                    <a:pt x="471461" y="186603"/>
                    <a:pt x="571820" y="410761"/>
                    <a:pt x="571820" y="658359"/>
                  </a:cubicBezTo>
                  <a:cubicBezTo>
                    <a:pt x="571820" y="905956"/>
                    <a:pt x="471461" y="1130114"/>
                    <a:pt x="309203" y="1292372"/>
                  </a:cubicBezTo>
                  <a:lnTo>
                    <a:pt x="289403" y="1310368"/>
                  </a:lnTo>
                  <a:lnTo>
                    <a:pt x="289403" y="1316717"/>
                  </a:lnTo>
                  <a:lnTo>
                    <a:pt x="287393" y="1314890"/>
                  </a:lnTo>
                  <a:lnTo>
                    <a:pt x="285910" y="1313542"/>
                  </a:lnTo>
                  <a:lnTo>
                    <a:pt x="282417" y="1316717"/>
                  </a:lnTo>
                  <a:lnTo>
                    <a:pt x="282417" y="1310367"/>
                  </a:lnTo>
                  <a:lnTo>
                    <a:pt x="262617" y="1292372"/>
                  </a:lnTo>
                  <a:cubicBezTo>
                    <a:pt x="100359" y="1130113"/>
                    <a:pt x="0" y="905956"/>
                    <a:pt x="0" y="658358"/>
                  </a:cubicBezTo>
                  <a:cubicBezTo>
                    <a:pt x="0" y="410761"/>
                    <a:pt x="100359" y="186603"/>
                    <a:pt x="262617" y="24345"/>
                  </a:cubicBezTo>
                  <a:lnTo>
                    <a:pt x="282417" y="6349"/>
                  </a:lnTo>
                  <a:close/>
                </a:path>
              </a:pathLst>
            </a:custGeom>
            <a:solidFill>
              <a:schemeClr val="accent4">
                <a:alpha val="4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2ED5B178-0506-30BE-93BB-73C02006B988}"/>
                </a:ext>
              </a:extLst>
            </p:cNvPr>
            <p:cNvGrpSpPr/>
            <p:nvPr/>
          </p:nvGrpSpPr>
          <p:grpSpPr>
            <a:xfrm rot="2700000" flipH="1">
              <a:off x="10112436" y="4359902"/>
              <a:ext cx="571820" cy="1620000"/>
              <a:chOff x="8482785" y="4330454"/>
              <a:chExt cx="571820" cy="1620000"/>
            </a:xfrm>
          </p:grpSpPr>
          <p:sp>
            <p:nvSpPr>
              <p:cNvPr id="10" name="Forma libre: Forma 17">
                <a:extLst>
                  <a:ext uri="{FF2B5EF4-FFF2-40B4-BE49-F238E27FC236}">
                    <a16:creationId xmlns:a16="http://schemas.microsoft.com/office/drawing/2014/main" id="{B3F854F0-E9B7-2C32-CA3C-FA9719440768}"/>
                  </a:ext>
                </a:extLst>
              </p:cNvPr>
              <p:cNvSpPr/>
              <p:nvPr/>
            </p:nvSpPr>
            <p:spPr>
              <a:xfrm>
                <a:off x="8482785" y="4333632"/>
                <a:ext cx="571820" cy="1311956"/>
              </a:xfrm>
              <a:custGeom>
                <a:avLst/>
                <a:gdLst>
                  <a:gd name="connsiteX0" fmla="*/ 282417 w 571820"/>
                  <a:gd name="connsiteY0" fmla="*/ 0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289403 w 571820"/>
                  <a:gd name="connsiteY4" fmla="*/ 6349 h 1316717"/>
                  <a:gd name="connsiteX5" fmla="*/ 309203 w 571820"/>
                  <a:gd name="connsiteY5" fmla="*/ 24345 h 1316717"/>
                  <a:gd name="connsiteX6" fmla="*/ 571820 w 571820"/>
                  <a:gd name="connsiteY6" fmla="*/ 658359 h 1316717"/>
                  <a:gd name="connsiteX7" fmla="*/ 309203 w 571820"/>
                  <a:gd name="connsiteY7" fmla="*/ 1292372 h 1316717"/>
                  <a:gd name="connsiteX8" fmla="*/ 289403 w 571820"/>
                  <a:gd name="connsiteY8" fmla="*/ 1310368 h 1316717"/>
                  <a:gd name="connsiteX9" fmla="*/ 289403 w 571820"/>
                  <a:gd name="connsiteY9" fmla="*/ 1316717 h 1316717"/>
                  <a:gd name="connsiteX10" fmla="*/ 287393 w 571820"/>
                  <a:gd name="connsiteY10" fmla="*/ 1314890 h 1316717"/>
                  <a:gd name="connsiteX11" fmla="*/ 285910 w 571820"/>
                  <a:gd name="connsiteY11" fmla="*/ 1313542 h 1316717"/>
                  <a:gd name="connsiteX12" fmla="*/ 282417 w 571820"/>
                  <a:gd name="connsiteY12" fmla="*/ 1316717 h 1316717"/>
                  <a:gd name="connsiteX13" fmla="*/ 282417 w 571820"/>
                  <a:gd name="connsiteY13" fmla="*/ 1310367 h 1316717"/>
                  <a:gd name="connsiteX14" fmla="*/ 262617 w 571820"/>
                  <a:gd name="connsiteY14" fmla="*/ 1292372 h 1316717"/>
                  <a:gd name="connsiteX15" fmla="*/ 0 w 571820"/>
                  <a:gd name="connsiteY15" fmla="*/ 658358 h 1316717"/>
                  <a:gd name="connsiteX16" fmla="*/ 262617 w 571820"/>
                  <a:gd name="connsiteY16" fmla="*/ 24345 h 1316717"/>
                  <a:gd name="connsiteX17" fmla="*/ 282417 w 571820"/>
                  <a:gd name="connsiteY17" fmla="*/ 6349 h 1316717"/>
                  <a:gd name="connsiteX0" fmla="*/ 282417 w 571820"/>
                  <a:gd name="connsiteY0" fmla="*/ 6349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289403 w 571820"/>
                  <a:gd name="connsiteY4" fmla="*/ 6349 h 1316717"/>
                  <a:gd name="connsiteX5" fmla="*/ 309203 w 571820"/>
                  <a:gd name="connsiteY5" fmla="*/ 24345 h 1316717"/>
                  <a:gd name="connsiteX6" fmla="*/ 571820 w 571820"/>
                  <a:gd name="connsiteY6" fmla="*/ 658359 h 1316717"/>
                  <a:gd name="connsiteX7" fmla="*/ 309203 w 571820"/>
                  <a:gd name="connsiteY7" fmla="*/ 1292372 h 1316717"/>
                  <a:gd name="connsiteX8" fmla="*/ 289403 w 571820"/>
                  <a:gd name="connsiteY8" fmla="*/ 1310368 h 1316717"/>
                  <a:gd name="connsiteX9" fmla="*/ 289403 w 571820"/>
                  <a:gd name="connsiteY9" fmla="*/ 1316717 h 1316717"/>
                  <a:gd name="connsiteX10" fmla="*/ 287393 w 571820"/>
                  <a:gd name="connsiteY10" fmla="*/ 1314890 h 1316717"/>
                  <a:gd name="connsiteX11" fmla="*/ 285910 w 571820"/>
                  <a:gd name="connsiteY11" fmla="*/ 1313542 h 1316717"/>
                  <a:gd name="connsiteX12" fmla="*/ 282417 w 571820"/>
                  <a:gd name="connsiteY12" fmla="*/ 1316717 h 1316717"/>
                  <a:gd name="connsiteX13" fmla="*/ 282417 w 571820"/>
                  <a:gd name="connsiteY13" fmla="*/ 1310367 h 1316717"/>
                  <a:gd name="connsiteX14" fmla="*/ 262617 w 571820"/>
                  <a:gd name="connsiteY14" fmla="*/ 1292372 h 1316717"/>
                  <a:gd name="connsiteX15" fmla="*/ 0 w 571820"/>
                  <a:gd name="connsiteY15" fmla="*/ 658358 h 1316717"/>
                  <a:gd name="connsiteX16" fmla="*/ 262617 w 571820"/>
                  <a:gd name="connsiteY16" fmla="*/ 24345 h 1316717"/>
                  <a:gd name="connsiteX17" fmla="*/ 282417 w 571820"/>
                  <a:gd name="connsiteY17" fmla="*/ 6349 h 1316717"/>
                  <a:gd name="connsiteX0" fmla="*/ 262617 w 571820"/>
                  <a:gd name="connsiteY0" fmla="*/ 24345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289403 w 571820"/>
                  <a:gd name="connsiteY4" fmla="*/ 6349 h 1316717"/>
                  <a:gd name="connsiteX5" fmla="*/ 309203 w 571820"/>
                  <a:gd name="connsiteY5" fmla="*/ 24345 h 1316717"/>
                  <a:gd name="connsiteX6" fmla="*/ 571820 w 571820"/>
                  <a:gd name="connsiteY6" fmla="*/ 658359 h 1316717"/>
                  <a:gd name="connsiteX7" fmla="*/ 309203 w 571820"/>
                  <a:gd name="connsiteY7" fmla="*/ 1292372 h 1316717"/>
                  <a:gd name="connsiteX8" fmla="*/ 289403 w 571820"/>
                  <a:gd name="connsiteY8" fmla="*/ 1310368 h 1316717"/>
                  <a:gd name="connsiteX9" fmla="*/ 289403 w 571820"/>
                  <a:gd name="connsiteY9" fmla="*/ 1316717 h 1316717"/>
                  <a:gd name="connsiteX10" fmla="*/ 287393 w 571820"/>
                  <a:gd name="connsiteY10" fmla="*/ 1314890 h 1316717"/>
                  <a:gd name="connsiteX11" fmla="*/ 285910 w 571820"/>
                  <a:gd name="connsiteY11" fmla="*/ 1313542 h 1316717"/>
                  <a:gd name="connsiteX12" fmla="*/ 282417 w 571820"/>
                  <a:gd name="connsiteY12" fmla="*/ 1316717 h 1316717"/>
                  <a:gd name="connsiteX13" fmla="*/ 282417 w 571820"/>
                  <a:gd name="connsiteY13" fmla="*/ 1310367 h 1316717"/>
                  <a:gd name="connsiteX14" fmla="*/ 262617 w 571820"/>
                  <a:gd name="connsiteY14" fmla="*/ 1292372 h 1316717"/>
                  <a:gd name="connsiteX15" fmla="*/ 0 w 571820"/>
                  <a:gd name="connsiteY15" fmla="*/ 658358 h 1316717"/>
                  <a:gd name="connsiteX16" fmla="*/ 262617 w 571820"/>
                  <a:gd name="connsiteY16" fmla="*/ 24345 h 1316717"/>
                  <a:gd name="connsiteX0" fmla="*/ 262617 w 571820"/>
                  <a:gd name="connsiteY0" fmla="*/ 24345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309203 w 571820"/>
                  <a:gd name="connsiteY4" fmla="*/ 24345 h 1316717"/>
                  <a:gd name="connsiteX5" fmla="*/ 571820 w 571820"/>
                  <a:gd name="connsiteY5" fmla="*/ 658359 h 1316717"/>
                  <a:gd name="connsiteX6" fmla="*/ 309203 w 571820"/>
                  <a:gd name="connsiteY6" fmla="*/ 1292372 h 1316717"/>
                  <a:gd name="connsiteX7" fmla="*/ 289403 w 571820"/>
                  <a:gd name="connsiteY7" fmla="*/ 1310368 h 1316717"/>
                  <a:gd name="connsiteX8" fmla="*/ 289403 w 571820"/>
                  <a:gd name="connsiteY8" fmla="*/ 1316717 h 1316717"/>
                  <a:gd name="connsiteX9" fmla="*/ 287393 w 571820"/>
                  <a:gd name="connsiteY9" fmla="*/ 1314890 h 1316717"/>
                  <a:gd name="connsiteX10" fmla="*/ 285910 w 571820"/>
                  <a:gd name="connsiteY10" fmla="*/ 1313542 h 1316717"/>
                  <a:gd name="connsiteX11" fmla="*/ 282417 w 571820"/>
                  <a:gd name="connsiteY11" fmla="*/ 1316717 h 1316717"/>
                  <a:gd name="connsiteX12" fmla="*/ 282417 w 571820"/>
                  <a:gd name="connsiteY12" fmla="*/ 1310367 h 1316717"/>
                  <a:gd name="connsiteX13" fmla="*/ 262617 w 571820"/>
                  <a:gd name="connsiteY13" fmla="*/ 1292372 h 1316717"/>
                  <a:gd name="connsiteX14" fmla="*/ 0 w 571820"/>
                  <a:gd name="connsiteY14" fmla="*/ 658358 h 1316717"/>
                  <a:gd name="connsiteX15" fmla="*/ 262617 w 571820"/>
                  <a:gd name="connsiteY15" fmla="*/ 24345 h 1316717"/>
                  <a:gd name="connsiteX0" fmla="*/ 262617 w 571820"/>
                  <a:gd name="connsiteY0" fmla="*/ 22518 h 1314890"/>
                  <a:gd name="connsiteX1" fmla="*/ 285910 w 571820"/>
                  <a:gd name="connsiteY1" fmla="*/ 1348 h 1314890"/>
                  <a:gd name="connsiteX2" fmla="*/ 287393 w 571820"/>
                  <a:gd name="connsiteY2" fmla="*/ 0 h 1314890"/>
                  <a:gd name="connsiteX3" fmla="*/ 309203 w 571820"/>
                  <a:gd name="connsiteY3" fmla="*/ 22518 h 1314890"/>
                  <a:gd name="connsiteX4" fmla="*/ 571820 w 571820"/>
                  <a:gd name="connsiteY4" fmla="*/ 656532 h 1314890"/>
                  <a:gd name="connsiteX5" fmla="*/ 309203 w 571820"/>
                  <a:gd name="connsiteY5" fmla="*/ 1290545 h 1314890"/>
                  <a:gd name="connsiteX6" fmla="*/ 289403 w 571820"/>
                  <a:gd name="connsiteY6" fmla="*/ 1308541 h 1314890"/>
                  <a:gd name="connsiteX7" fmla="*/ 289403 w 571820"/>
                  <a:gd name="connsiteY7" fmla="*/ 1314890 h 1314890"/>
                  <a:gd name="connsiteX8" fmla="*/ 287393 w 571820"/>
                  <a:gd name="connsiteY8" fmla="*/ 1313063 h 1314890"/>
                  <a:gd name="connsiteX9" fmla="*/ 285910 w 571820"/>
                  <a:gd name="connsiteY9" fmla="*/ 1311715 h 1314890"/>
                  <a:gd name="connsiteX10" fmla="*/ 282417 w 571820"/>
                  <a:gd name="connsiteY10" fmla="*/ 1314890 h 1314890"/>
                  <a:gd name="connsiteX11" fmla="*/ 282417 w 571820"/>
                  <a:gd name="connsiteY11" fmla="*/ 1308540 h 1314890"/>
                  <a:gd name="connsiteX12" fmla="*/ 262617 w 571820"/>
                  <a:gd name="connsiteY12" fmla="*/ 1290545 h 1314890"/>
                  <a:gd name="connsiteX13" fmla="*/ 0 w 571820"/>
                  <a:gd name="connsiteY13" fmla="*/ 656531 h 1314890"/>
                  <a:gd name="connsiteX14" fmla="*/ 262617 w 571820"/>
                  <a:gd name="connsiteY14" fmla="*/ 22518 h 1314890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85910 w 571820"/>
                  <a:gd name="connsiteY8" fmla="*/ 1310367 h 1313542"/>
                  <a:gd name="connsiteX9" fmla="*/ 282417 w 571820"/>
                  <a:gd name="connsiteY9" fmla="*/ 1313542 h 1313542"/>
                  <a:gd name="connsiteX10" fmla="*/ 282417 w 571820"/>
                  <a:gd name="connsiteY10" fmla="*/ 1307192 h 1313542"/>
                  <a:gd name="connsiteX11" fmla="*/ 262617 w 571820"/>
                  <a:gd name="connsiteY11" fmla="*/ 1289197 h 1313542"/>
                  <a:gd name="connsiteX12" fmla="*/ 0 w 571820"/>
                  <a:gd name="connsiteY12" fmla="*/ 655183 h 1313542"/>
                  <a:gd name="connsiteX13" fmla="*/ 262617 w 571820"/>
                  <a:gd name="connsiteY13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85910 w 571820"/>
                  <a:gd name="connsiteY8" fmla="*/ 1310367 h 1313542"/>
                  <a:gd name="connsiteX9" fmla="*/ 282417 w 571820"/>
                  <a:gd name="connsiteY9" fmla="*/ 1313542 h 1313542"/>
                  <a:gd name="connsiteX10" fmla="*/ 262617 w 571820"/>
                  <a:gd name="connsiteY10" fmla="*/ 1289197 h 1313542"/>
                  <a:gd name="connsiteX11" fmla="*/ 0 w 571820"/>
                  <a:gd name="connsiteY11" fmla="*/ 655183 h 1313542"/>
                  <a:gd name="connsiteX12" fmla="*/ 262617 w 571820"/>
                  <a:gd name="connsiteY12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85910 w 571820"/>
                  <a:gd name="connsiteY8" fmla="*/ 1310367 h 1313542"/>
                  <a:gd name="connsiteX9" fmla="*/ 262617 w 571820"/>
                  <a:gd name="connsiteY9" fmla="*/ 1289197 h 1313542"/>
                  <a:gd name="connsiteX10" fmla="*/ 0 w 571820"/>
                  <a:gd name="connsiteY10" fmla="*/ 655183 h 1313542"/>
                  <a:gd name="connsiteX11" fmla="*/ 262617 w 571820"/>
                  <a:gd name="connsiteY11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62617 w 571820"/>
                  <a:gd name="connsiteY8" fmla="*/ 1289197 h 1313542"/>
                  <a:gd name="connsiteX9" fmla="*/ 0 w 571820"/>
                  <a:gd name="connsiteY9" fmla="*/ 655183 h 1313542"/>
                  <a:gd name="connsiteX10" fmla="*/ 262617 w 571820"/>
                  <a:gd name="connsiteY10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62617 w 571820"/>
                  <a:gd name="connsiteY7" fmla="*/ 1289197 h 1313542"/>
                  <a:gd name="connsiteX8" fmla="*/ 0 w 571820"/>
                  <a:gd name="connsiteY8" fmla="*/ 655183 h 1313542"/>
                  <a:gd name="connsiteX9" fmla="*/ 262617 w 571820"/>
                  <a:gd name="connsiteY9" fmla="*/ 21170 h 1313542"/>
                  <a:gd name="connsiteX0" fmla="*/ 262617 w 571820"/>
                  <a:gd name="connsiteY0" fmla="*/ 21170 h 1364739"/>
                  <a:gd name="connsiteX1" fmla="*/ 285910 w 571820"/>
                  <a:gd name="connsiteY1" fmla="*/ 0 h 1364739"/>
                  <a:gd name="connsiteX2" fmla="*/ 309203 w 571820"/>
                  <a:gd name="connsiteY2" fmla="*/ 21170 h 1364739"/>
                  <a:gd name="connsiteX3" fmla="*/ 571820 w 571820"/>
                  <a:gd name="connsiteY3" fmla="*/ 655184 h 1364739"/>
                  <a:gd name="connsiteX4" fmla="*/ 309203 w 571820"/>
                  <a:gd name="connsiteY4" fmla="*/ 1289197 h 1364739"/>
                  <a:gd name="connsiteX5" fmla="*/ 289403 w 571820"/>
                  <a:gd name="connsiteY5" fmla="*/ 1307193 h 1364739"/>
                  <a:gd name="connsiteX6" fmla="*/ 177485 w 571820"/>
                  <a:gd name="connsiteY6" fmla="*/ 1364739 h 1364739"/>
                  <a:gd name="connsiteX7" fmla="*/ 262617 w 571820"/>
                  <a:gd name="connsiteY7" fmla="*/ 1289197 h 1364739"/>
                  <a:gd name="connsiteX8" fmla="*/ 0 w 571820"/>
                  <a:gd name="connsiteY8" fmla="*/ 655183 h 1364739"/>
                  <a:gd name="connsiteX9" fmla="*/ 262617 w 571820"/>
                  <a:gd name="connsiteY9" fmla="*/ 21170 h 1364739"/>
                  <a:gd name="connsiteX0" fmla="*/ 262617 w 571820"/>
                  <a:gd name="connsiteY0" fmla="*/ 21170 h 1364739"/>
                  <a:gd name="connsiteX1" fmla="*/ 285910 w 571820"/>
                  <a:gd name="connsiteY1" fmla="*/ 0 h 1364739"/>
                  <a:gd name="connsiteX2" fmla="*/ 309203 w 571820"/>
                  <a:gd name="connsiteY2" fmla="*/ 21170 h 1364739"/>
                  <a:gd name="connsiteX3" fmla="*/ 571820 w 571820"/>
                  <a:gd name="connsiteY3" fmla="*/ 655184 h 1364739"/>
                  <a:gd name="connsiteX4" fmla="*/ 309203 w 571820"/>
                  <a:gd name="connsiteY4" fmla="*/ 1289197 h 1364739"/>
                  <a:gd name="connsiteX5" fmla="*/ 285832 w 571820"/>
                  <a:gd name="connsiteY5" fmla="*/ 1311956 h 1364739"/>
                  <a:gd name="connsiteX6" fmla="*/ 177485 w 571820"/>
                  <a:gd name="connsiteY6" fmla="*/ 1364739 h 1364739"/>
                  <a:gd name="connsiteX7" fmla="*/ 262617 w 571820"/>
                  <a:gd name="connsiteY7" fmla="*/ 1289197 h 1364739"/>
                  <a:gd name="connsiteX8" fmla="*/ 0 w 571820"/>
                  <a:gd name="connsiteY8" fmla="*/ 655183 h 1364739"/>
                  <a:gd name="connsiteX9" fmla="*/ 262617 w 571820"/>
                  <a:gd name="connsiteY9" fmla="*/ 21170 h 1364739"/>
                  <a:gd name="connsiteX0" fmla="*/ 262617 w 571820"/>
                  <a:gd name="connsiteY0" fmla="*/ 21170 h 1311956"/>
                  <a:gd name="connsiteX1" fmla="*/ 285910 w 571820"/>
                  <a:gd name="connsiteY1" fmla="*/ 0 h 1311956"/>
                  <a:gd name="connsiteX2" fmla="*/ 309203 w 571820"/>
                  <a:gd name="connsiteY2" fmla="*/ 21170 h 1311956"/>
                  <a:gd name="connsiteX3" fmla="*/ 571820 w 571820"/>
                  <a:gd name="connsiteY3" fmla="*/ 655184 h 1311956"/>
                  <a:gd name="connsiteX4" fmla="*/ 309203 w 571820"/>
                  <a:gd name="connsiteY4" fmla="*/ 1289197 h 1311956"/>
                  <a:gd name="connsiteX5" fmla="*/ 285832 w 571820"/>
                  <a:gd name="connsiteY5" fmla="*/ 1311956 h 1311956"/>
                  <a:gd name="connsiteX6" fmla="*/ 262617 w 571820"/>
                  <a:gd name="connsiteY6" fmla="*/ 1289197 h 1311956"/>
                  <a:gd name="connsiteX7" fmla="*/ 0 w 571820"/>
                  <a:gd name="connsiteY7" fmla="*/ 655183 h 1311956"/>
                  <a:gd name="connsiteX8" fmla="*/ 262617 w 571820"/>
                  <a:gd name="connsiteY8" fmla="*/ 21170 h 1311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71820" h="1311956">
                    <a:moveTo>
                      <a:pt x="262617" y="21170"/>
                    </a:moveTo>
                    <a:lnTo>
                      <a:pt x="285910" y="0"/>
                    </a:lnTo>
                    <a:lnTo>
                      <a:pt x="309203" y="21170"/>
                    </a:lnTo>
                    <a:cubicBezTo>
                      <a:pt x="471461" y="183428"/>
                      <a:pt x="571820" y="407586"/>
                      <a:pt x="571820" y="655184"/>
                    </a:cubicBezTo>
                    <a:cubicBezTo>
                      <a:pt x="571820" y="902781"/>
                      <a:pt x="471461" y="1126939"/>
                      <a:pt x="309203" y="1289197"/>
                    </a:cubicBezTo>
                    <a:lnTo>
                      <a:pt x="285832" y="1311956"/>
                    </a:lnTo>
                    <a:lnTo>
                      <a:pt x="262617" y="1289197"/>
                    </a:lnTo>
                    <a:cubicBezTo>
                      <a:pt x="100359" y="1126938"/>
                      <a:pt x="0" y="902781"/>
                      <a:pt x="0" y="655183"/>
                    </a:cubicBezTo>
                    <a:cubicBezTo>
                      <a:pt x="0" y="407586"/>
                      <a:pt x="100359" y="183428"/>
                      <a:pt x="262617" y="21170"/>
                    </a:cubicBez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" name="Conector recto 10">
                <a:extLst>
                  <a:ext uri="{FF2B5EF4-FFF2-40B4-BE49-F238E27FC236}">
                    <a16:creationId xmlns:a16="http://schemas.microsoft.com/office/drawing/2014/main" id="{E8224CDA-DD93-0DF6-7DD9-8328D16060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68695" y="4330454"/>
                <a:ext cx="0" cy="162000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A3FA5F65-B2C5-BB65-83E3-F195EEE49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826000" y="4099086"/>
            <a:ext cx="5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2300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1">
            <a:extLst>
              <a:ext uri="{FF2B5EF4-FFF2-40B4-BE49-F238E27FC236}">
                <a16:creationId xmlns:a16="http://schemas.microsoft.com/office/drawing/2014/main" id="{50C1D561-971B-43DB-A5A7-63A887A0CA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5150" y="548640"/>
            <a:ext cx="5486400" cy="1371600"/>
          </a:xfrm>
        </p:spPr>
        <p:txBody>
          <a:bodyPr rtlCol="0" anchor="b" anchorCtr="0">
            <a:noAutofit/>
          </a:bodyPr>
          <a:lstStyle>
            <a:lvl1pPr algn="ctr">
              <a:defRPr lang="es-ES"/>
            </a:lvl1pPr>
          </a:lstStyle>
          <a:p>
            <a:pPr algn="ctr" rtl="0"/>
            <a:r>
              <a:rPr lang="es-ES"/>
              <a:t>Haga clic para agregar un título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CACFD68-412E-48B4-B9EB-FEDC20A813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023391" y="2310207"/>
            <a:ext cx="5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4F0731E0-58E0-4382-ADA7-A9C6DE2E7E3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5149" y="2759076"/>
            <a:ext cx="5486399" cy="3009899"/>
          </a:xfrm>
        </p:spPr>
        <p:txBody>
          <a:bodyPr rtlCol="0">
            <a:noAutofit/>
          </a:bodyPr>
          <a:lstStyle>
            <a:lvl1pPr>
              <a:lnSpc>
                <a:spcPct val="100000"/>
              </a:lnSpc>
              <a:spcBef>
                <a:spcPts val="1000"/>
              </a:spcBef>
              <a:defRPr lang="es-ES" sz="1800"/>
            </a:lvl1pPr>
            <a:lvl2pPr>
              <a:lnSpc>
                <a:spcPct val="100000"/>
              </a:lnSpc>
              <a:spcBef>
                <a:spcPts val="1000"/>
              </a:spcBef>
              <a:defRPr lang="es-ES" sz="1800"/>
            </a:lvl2pPr>
            <a:lvl3pPr>
              <a:lnSpc>
                <a:spcPct val="100000"/>
              </a:lnSpc>
              <a:spcBef>
                <a:spcPts val="1000"/>
              </a:spcBef>
              <a:defRPr lang="es-ES" sz="1600"/>
            </a:lvl3pPr>
            <a:lvl4pPr>
              <a:lnSpc>
                <a:spcPct val="100000"/>
              </a:lnSpc>
              <a:spcBef>
                <a:spcPts val="1000"/>
              </a:spcBef>
              <a:defRPr lang="es-ES" sz="1800"/>
            </a:lvl4pPr>
            <a:lvl5pPr>
              <a:lnSpc>
                <a:spcPct val="100000"/>
              </a:lnSpc>
              <a:spcBef>
                <a:spcPts val="1000"/>
              </a:spcBef>
              <a:defRPr lang="es-ES" sz="1800"/>
            </a:lvl5pPr>
            <a:lvl6pPr>
              <a:lnSpc>
                <a:spcPct val="100000"/>
              </a:lnSpc>
              <a:spcBef>
                <a:spcPts val="1000"/>
              </a:spcBef>
              <a:buClr>
                <a:schemeClr val="accent5"/>
              </a:buClr>
              <a:defRPr lang="es-ES" sz="1600"/>
            </a:lvl6pPr>
            <a:lvl7pPr>
              <a:buClr>
                <a:schemeClr val="accent5"/>
              </a:buClr>
              <a:defRPr lang="es-ES"/>
            </a:lvl7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  <a:p>
            <a:pPr lvl="5" rtl="0"/>
            <a:endParaRPr lang="es-ES" dirty="0"/>
          </a:p>
          <a:p>
            <a:pPr lvl="2" rtl="0"/>
            <a:endParaRPr lang="es-ES" dirty="0"/>
          </a:p>
        </p:txBody>
      </p:sp>
      <p:sp>
        <p:nvSpPr>
          <p:cNvPr id="11" name="Marcador de fecha 3">
            <a:extLst>
              <a:ext uri="{FF2B5EF4-FFF2-40B4-BE49-F238E27FC236}">
                <a16:creationId xmlns:a16="http://schemas.microsoft.com/office/drawing/2014/main" id="{23D67752-1F0B-4C84-BBA7-A57E2793D91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</p:spPr>
        <p:txBody>
          <a:bodyPr rtlCol="0"/>
          <a:lstStyle>
            <a:lvl1pPr>
              <a:defRPr lang="es-ES"/>
            </a:lvl1pPr>
          </a:lstStyle>
          <a:p>
            <a:pPr rtl="0">
              <a:defRPr lang="es-ES"/>
            </a:pPr>
            <a:r>
              <a:rPr lang="es-ES">
                <a:solidFill>
                  <a:prstClr val="white">
                    <a:alpha val="70000"/>
                  </a:prstClr>
                </a:solidFill>
              </a:rPr>
              <a:t>20XX</a:t>
            </a:r>
            <a:endParaRPr lang="es-ES" dirty="0">
              <a:solidFill>
                <a:prstClr val="white">
                  <a:alpha val="70000"/>
                </a:prstClr>
              </a:solidFill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FA4033A0-8E66-4ABA-9E27-744642AA94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654794" y="0"/>
            <a:ext cx="5537206" cy="6858000"/>
          </a:xfrm>
          <a:prstGeom prst="rect">
            <a:avLst/>
          </a:prstGeom>
          <a:solidFill>
            <a:schemeClr val="bg1">
              <a:alpha val="2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alpha val="2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15" name="Marcador de pie de página 4">
            <a:extLst>
              <a:ext uri="{FF2B5EF4-FFF2-40B4-BE49-F238E27FC236}">
                <a16:creationId xmlns:a16="http://schemas.microsoft.com/office/drawing/2014/main" id="{E8E05746-2784-43CF-84F7-0175BD650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</p:spPr>
        <p:txBody>
          <a:bodyPr rtlCol="0"/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16" name="Marcador de número de diapositiva 5">
            <a:extLst>
              <a:ext uri="{FF2B5EF4-FFF2-40B4-BE49-F238E27FC236}">
                <a16:creationId xmlns:a16="http://schemas.microsoft.com/office/drawing/2014/main" id="{BB851CC3-3ED8-49E8-B8AC-6D79B036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</p:spPr>
        <p:txBody>
          <a:bodyPr rtlCol="0"/>
          <a:lstStyle>
            <a:defPPr>
              <a:defRPr lang="es-ES"/>
            </a:def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fld id="{D39607A7-8386-47DB-8578-DDEDD194E5D4}" type="slidenum">
              <a:rPr kumimoji="0" lang="es-ES" sz="1000" b="0" i="0" u="none" strike="noStrike" kern="1200" cap="all" spc="300" normalizeH="0" baseline="0" noProof="0" smtClean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lang="es-ES"/>
              </a:pPr>
              <a:t>‹Nº›</a:t>
            </a:fld>
            <a:endParaRPr kumimoji="0" lang="es-E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F6F0BC49-315A-CF7A-E741-A8688AF53E66}"/>
              </a:ext>
            </a:extLst>
          </p:cNvPr>
          <p:cNvGrpSpPr/>
          <p:nvPr userDrawn="1"/>
        </p:nvGrpSpPr>
        <p:grpSpPr>
          <a:xfrm>
            <a:off x="9728046" y="831278"/>
            <a:ext cx="1623711" cy="630920"/>
            <a:chOff x="9588346" y="4824892"/>
            <a:chExt cx="1623711" cy="630920"/>
          </a:xfrm>
        </p:grpSpPr>
        <p:sp>
          <p:nvSpPr>
            <p:cNvPr id="3" name="Forma libre: Forma 15">
              <a:extLst>
                <a:ext uri="{FF2B5EF4-FFF2-40B4-BE49-F238E27FC236}">
                  <a16:creationId xmlns:a16="http://schemas.microsoft.com/office/drawing/2014/main" id="{3FCB73E1-B061-C75F-AB29-C27CA95E57A9}"/>
                </a:ext>
              </a:extLst>
            </p:cNvPr>
            <p:cNvSpPr/>
            <p:nvPr/>
          </p:nvSpPr>
          <p:spPr>
            <a:xfrm rot="2700000" flipH="1">
              <a:off x="10267789" y="4452443"/>
              <a:ext cx="571820" cy="1316717"/>
            </a:xfrm>
            <a:custGeom>
              <a:avLst/>
              <a:gdLst>
                <a:gd name="connsiteX0" fmla="*/ 282417 w 571820"/>
                <a:gd name="connsiteY0" fmla="*/ 0 h 1316717"/>
                <a:gd name="connsiteX1" fmla="*/ 285910 w 571820"/>
                <a:gd name="connsiteY1" fmla="*/ 3175 h 1316717"/>
                <a:gd name="connsiteX2" fmla="*/ 287393 w 571820"/>
                <a:gd name="connsiteY2" fmla="*/ 1827 h 1316717"/>
                <a:gd name="connsiteX3" fmla="*/ 289403 w 571820"/>
                <a:gd name="connsiteY3" fmla="*/ 0 h 1316717"/>
                <a:gd name="connsiteX4" fmla="*/ 289403 w 571820"/>
                <a:gd name="connsiteY4" fmla="*/ 6349 h 1316717"/>
                <a:gd name="connsiteX5" fmla="*/ 309203 w 571820"/>
                <a:gd name="connsiteY5" fmla="*/ 24345 h 1316717"/>
                <a:gd name="connsiteX6" fmla="*/ 571820 w 571820"/>
                <a:gd name="connsiteY6" fmla="*/ 658359 h 1316717"/>
                <a:gd name="connsiteX7" fmla="*/ 309203 w 571820"/>
                <a:gd name="connsiteY7" fmla="*/ 1292372 h 1316717"/>
                <a:gd name="connsiteX8" fmla="*/ 289403 w 571820"/>
                <a:gd name="connsiteY8" fmla="*/ 1310368 h 1316717"/>
                <a:gd name="connsiteX9" fmla="*/ 289403 w 571820"/>
                <a:gd name="connsiteY9" fmla="*/ 1316717 h 1316717"/>
                <a:gd name="connsiteX10" fmla="*/ 287393 w 571820"/>
                <a:gd name="connsiteY10" fmla="*/ 1314890 h 1316717"/>
                <a:gd name="connsiteX11" fmla="*/ 285910 w 571820"/>
                <a:gd name="connsiteY11" fmla="*/ 1313542 h 1316717"/>
                <a:gd name="connsiteX12" fmla="*/ 282417 w 571820"/>
                <a:gd name="connsiteY12" fmla="*/ 1316717 h 1316717"/>
                <a:gd name="connsiteX13" fmla="*/ 282417 w 571820"/>
                <a:gd name="connsiteY13" fmla="*/ 1310367 h 1316717"/>
                <a:gd name="connsiteX14" fmla="*/ 262617 w 571820"/>
                <a:gd name="connsiteY14" fmla="*/ 1292372 h 1316717"/>
                <a:gd name="connsiteX15" fmla="*/ 0 w 571820"/>
                <a:gd name="connsiteY15" fmla="*/ 658358 h 1316717"/>
                <a:gd name="connsiteX16" fmla="*/ 262617 w 571820"/>
                <a:gd name="connsiteY16" fmla="*/ 24345 h 1316717"/>
                <a:gd name="connsiteX17" fmla="*/ 282417 w 571820"/>
                <a:gd name="connsiteY17" fmla="*/ 6349 h 1316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71820" h="1316717">
                  <a:moveTo>
                    <a:pt x="282417" y="0"/>
                  </a:moveTo>
                  <a:lnTo>
                    <a:pt x="285910" y="3175"/>
                  </a:lnTo>
                  <a:lnTo>
                    <a:pt x="287393" y="1827"/>
                  </a:lnTo>
                  <a:lnTo>
                    <a:pt x="289403" y="0"/>
                  </a:lnTo>
                  <a:lnTo>
                    <a:pt x="289403" y="6349"/>
                  </a:lnTo>
                  <a:lnTo>
                    <a:pt x="309203" y="24345"/>
                  </a:lnTo>
                  <a:cubicBezTo>
                    <a:pt x="471461" y="186603"/>
                    <a:pt x="571820" y="410761"/>
                    <a:pt x="571820" y="658359"/>
                  </a:cubicBezTo>
                  <a:cubicBezTo>
                    <a:pt x="571820" y="905956"/>
                    <a:pt x="471461" y="1130114"/>
                    <a:pt x="309203" y="1292372"/>
                  </a:cubicBezTo>
                  <a:lnTo>
                    <a:pt x="289403" y="1310368"/>
                  </a:lnTo>
                  <a:lnTo>
                    <a:pt x="289403" y="1316717"/>
                  </a:lnTo>
                  <a:lnTo>
                    <a:pt x="287393" y="1314890"/>
                  </a:lnTo>
                  <a:lnTo>
                    <a:pt x="285910" y="1313542"/>
                  </a:lnTo>
                  <a:lnTo>
                    <a:pt x="282417" y="1316717"/>
                  </a:lnTo>
                  <a:lnTo>
                    <a:pt x="282417" y="1310367"/>
                  </a:lnTo>
                  <a:lnTo>
                    <a:pt x="262617" y="1292372"/>
                  </a:lnTo>
                  <a:cubicBezTo>
                    <a:pt x="100359" y="1130113"/>
                    <a:pt x="0" y="905956"/>
                    <a:pt x="0" y="658358"/>
                  </a:cubicBezTo>
                  <a:cubicBezTo>
                    <a:pt x="0" y="410761"/>
                    <a:pt x="100359" y="186603"/>
                    <a:pt x="262617" y="24345"/>
                  </a:cubicBezTo>
                  <a:lnTo>
                    <a:pt x="282417" y="6349"/>
                  </a:lnTo>
                  <a:close/>
                </a:path>
              </a:pathLst>
            </a:custGeom>
            <a:solidFill>
              <a:schemeClr val="accent4">
                <a:alpha val="4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94A16F89-984C-DEA8-C894-E819A7646610}"/>
                </a:ext>
              </a:extLst>
            </p:cNvPr>
            <p:cNvGrpSpPr/>
            <p:nvPr/>
          </p:nvGrpSpPr>
          <p:grpSpPr>
            <a:xfrm rot="2700000" flipH="1">
              <a:off x="10112436" y="4359902"/>
              <a:ext cx="571820" cy="1620000"/>
              <a:chOff x="8482785" y="4330454"/>
              <a:chExt cx="571820" cy="1620000"/>
            </a:xfrm>
          </p:grpSpPr>
          <p:sp>
            <p:nvSpPr>
              <p:cNvPr id="5" name="Forma libre: Forma 17">
                <a:extLst>
                  <a:ext uri="{FF2B5EF4-FFF2-40B4-BE49-F238E27FC236}">
                    <a16:creationId xmlns:a16="http://schemas.microsoft.com/office/drawing/2014/main" id="{0971E16B-8BBF-40B5-5862-FAAADBF530A0}"/>
                  </a:ext>
                </a:extLst>
              </p:cNvPr>
              <p:cNvSpPr/>
              <p:nvPr/>
            </p:nvSpPr>
            <p:spPr>
              <a:xfrm>
                <a:off x="8482785" y="4333632"/>
                <a:ext cx="571820" cy="1311956"/>
              </a:xfrm>
              <a:custGeom>
                <a:avLst/>
                <a:gdLst>
                  <a:gd name="connsiteX0" fmla="*/ 282417 w 571820"/>
                  <a:gd name="connsiteY0" fmla="*/ 0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289403 w 571820"/>
                  <a:gd name="connsiteY4" fmla="*/ 6349 h 1316717"/>
                  <a:gd name="connsiteX5" fmla="*/ 309203 w 571820"/>
                  <a:gd name="connsiteY5" fmla="*/ 24345 h 1316717"/>
                  <a:gd name="connsiteX6" fmla="*/ 571820 w 571820"/>
                  <a:gd name="connsiteY6" fmla="*/ 658359 h 1316717"/>
                  <a:gd name="connsiteX7" fmla="*/ 309203 w 571820"/>
                  <a:gd name="connsiteY7" fmla="*/ 1292372 h 1316717"/>
                  <a:gd name="connsiteX8" fmla="*/ 289403 w 571820"/>
                  <a:gd name="connsiteY8" fmla="*/ 1310368 h 1316717"/>
                  <a:gd name="connsiteX9" fmla="*/ 289403 w 571820"/>
                  <a:gd name="connsiteY9" fmla="*/ 1316717 h 1316717"/>
                  <a:gd name="connsiteX10" fmla="*/ 287393 w 571820"/>
                  <a:gd name="connsiteY10" fmla="*/ 1314890 h 1316717"/>
                  <a:gd name="connsiteX11" fmla="*/ 285910 w 571820"/>
                  <a:gd name="connsiteY11" fmla="*/ 1313542 h 1316717"/>
                  <a:gd name="connsiteX12" fmla="*/ 282417 w 571820"/>
                  <a:gd name="connsiteY12" fmla="*/ 1316717 h 1316717"/>
                  <a:gd name="connsiteX13" fmla="*/ 282417 w 571820"/>
                  <a:gd name="connsiteY13" fmla="*/ 1310367 h 1316717"/>
                  <a:gd name="connsiteX14" fmla="*/ 262617 w 571820"/>
                  <a:gd name="connsiteY14" fmla="*/ 1292372 h 1316717"/>
                  <a:gd name="connsiteX15" fmla="*/ 0 w 571820"/>
                  <a:gd name="connsiteY15" fmla="*/ 658358 h 1316717"/>
                  <a:gd name="connsiteX16" fmla="*/ 262617 w 571820"/>
                  <a:gd name="connsiteY16" fmla="*/ 24345 h 1316717"/>
                  <a:gd name="connsiteX17" fmla="*/ 282417 w 571820"/>
                  <a:gd name="connsiteY17" fmla="*/ 6349 h 1316717"/>
                  <a:gd name="connsiteX0" fmla="*/ 282417 w 571820"/>
                  <a:gd name="connsiteY0" fmla="*/ 6349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289403 w 571820"/>
                  <a:gd name="connsiteY4" fmla="*/ 6349 h 1316717"/>
                  <a:gd name="connsiteX5" fmla="*/ 309203 w 571820"/>
                  <a:gd name="connsiteY5" fmla="*/ 24345 h 1316717"/>
                  <a:gd name="connsiteX6" fmla="*/ 571820 w 571820"/>
                  <a:gd name="connsiteY6" fmla="*/ 658359 h 1316717"/>
                  <a:gd name="connsiteX7" fmla="*/ 309203 w 571820"/>
                  <a:gd name="connsiteY7" fmla="*/ 1292372 h 1316717"/>
                  <a:gd name="connsiteX8" fmla="*/ 289403 w 571820"/>
                  <a:gd name="connsiteY8" fmla="*/ 1310368 h 1316717"/>
                  <a:gd name="connsiteX9" fmla="*/ 289403 w 571820"/>
                  <a:gd name="connsiteY9" fmla="*/ 1316717 h 1316717"/>
                  <a:gd name="connsiteX10" fmla="*/ 287393 w 571820"/>
                  <a:gd name="connsiteY10" fmla="*/ 1314890 h 1316717"/>
                  <a:gd name="connsiteX11" fmla="*/ 285910 w 571820"/>
                  <a:gd name="connsiteY11" fmla="*/ 1313542 h 1316717"/>
                  <a:gd name="connsiteX12" fmla="*/ 282417 w 571820"/>
                  <a:gd name="connsiteY12" fmla="*/ 1316717 h 1316717"/>
                  <a:gd name="connsiteX13" fmla="*/ 282417 w 571820"/>
                  <a:gd name="connsiteY13" fmla="*/ 1310367 h 1316717"/>
                  <a:gd name="connsiteX14" fmla="*/ 262617 w 571820"/>
                  <a:gd name="connsiteY14" fmla="*/ 1292372 h 1316717"/>
                  <a:gd name="connsiteX15" fmla="*/ 0 w 571820"/>
                  <a:gd name="connsiteY15" fmla="*/ 658358 h 1316717"/>
                  <a:gd name="connsiteX16" fmla="*/ 262617 w 571820"/>
                  <a:gd name="connsiteY16" fmla="*/ 24345 h 1316717"/>
                  <a:gd name="connsiteX17" fmla="*/ 282417 w 571820"/>
                  <a:gd name="connsiteY17" fmla="*/ 6349 h 1316717"/>
                  <a:gd name="connsiteX0" fmla="*/ 262617 w 571820"/>
                  <a:gd name="connsiteY0" fmla="*/ 24345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289403 w 571820"/>
                  <a:gd name="connsiteY4" fmla="*/ 6349 h 1316717"/>
                  <a:gd name="connsiteX5" fmla="*/ 309203 w 571820"/>
                  <a:gd name="connsiteY5" fmla="*/ 24345 h 1316717"/>
                  <a:gd name="connsiteX6" fmla="*/ 571820 w 571820"/>
                  <a:gd name="connsiteY6" fmla="*/ 658359 h 1316717"/>
                  <a:gd name="connsiteX7" fmla="*/ 309203 w 571820"/>
                  <a:gd name="connsiteY7" fmla="*/ 1292372 h 1316717"/>
                  <a:gd name="connsiteX8" fmla="*/ 289403 w 571820"/>
                  <a:gd name="connsiteY8" fmla="*/ 1310368 h 1316717"/>
                  <a:gd name="connsiteX9" fmla="*/ 289403 w 571820"/>
                  <a:gd name="connsiteY9" fmla="*/ 1316717 h 1316717"/>
                  <a:gd name="connsiteX10" fmla="*/ 287393 w 571820"/>
                  <a:gd name="connsiteY10" fmla="*/ 1314890 h 1316717"/>
                  <a:gd name="connsiteX11" fmla="*/ 285910 w 571820"/>
                  <a:gd name="connsiteY11" fmla="*/ 1313542 h 1316717"/>
                  <a:gd name="connsiteX12" fmla="*/ 282417 w 571820"/>
                  <a:gd name="connsiteY12" fmla="*/ 1316717 h 1316717"/>
                  <a:gd name="connsiteX13" fmla="*/ 282417 w 571820"/>
                  <a:gd name="connsiteY13" fmla="*/ 1310367 h 1316717"/>
                  <a:gd name="connsiteX14" fmla="*/ 262617 w 571820"/>
                  <a:gd name="connsiteY14" fmla="*/ 1292372 h 1316717"/>
                  <a:gd name="connsiteX15" fmla="*/ 0 w 571820"/>
                  <a:gd name="connsiteY15" fmla="*/ 658358 h 1316717"/>
                  <a:gd name="connsiteX16" fmla="*/ 262617 w 571820"/>
                  <a:gd name="connsiteY16" fmla="*/ 24345 h 1316717"/>
                  <a:gd name="connsiteX0" fmla="*/ 262617 w 571820"/>
                  <a:gd name="connsiteY0" fmla="*/ 24345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309203 w 571820"/>
                  <a:gd name="connsiteY4" fmla="*/ 24345 h 1316717"/>
                  <a:gd name="connsiteX5" fmla="*/ 571820 w 571820"/>
                  <a:gd name="connsiteY5" fmla="*/ 658359 h 1316717"/>
                  <a:gd name="connsiteX6" fmla="*/ 309203 w 571820"/>
                  <a:gd name="connsiteY6" fmla="*/ 1292372 h 1316717"/>
                  <a:gd name="connsiteX7" fmla="*/ 289403 w 571820"/>
                  <a:gd name="connsiteY7" fmla="*/ 1310368 h 1316717"/>
                  <a:gd name="connsiteX8" fmla="*/ 289403 w 571820"/>
                  <a:gd name="connsiteY8" fmla="*/ 1316717 h 1316717"/>
                  <a:gd name="connsiteX9" fmla="*/ 287393 w 571820"/>
                  <a:gd name="connsiteY9" fmla="*/ 1314890 h 1316717"/>
                  <a:gd name="connsiteX10" fmla="*/ 285910 w 571820"/>
                  <a:gd name="connsiteY10" fmla="*/ 1313542 h 1316717"/>
                  <a:gd name="connsiteX11" fmla="*/ 282417 w 571820"/>
                  <a:gd name="connsiteY11" fmla="*/ 1316717 h 1316717"/>
                  <a:gd name="connsiteX12" fmla="*/ 282417 w 571820"/>
                  <a:gd name="connsiteY12" fmla="*/ 1310367 h 1316717"/>
                  <a:gd name="connsiteX13" fmla="*/ 262617 w 571820"/>
                  <a:gd name="connsiteY13" fmla="*/ 1292372 h 1316717"/>
                  <a:gd name="connsiteX14" fmla="*/ 0 w 571820"/>
                  <a:gd name="connsiteY14" fmla="*/ 658358 h 1316717"/>
                  <a:gd name="connsiteX15" fmla="*/ 262617 w 571820"/>
                  <a:gd name="connsiteY15" fmla="*/ 24345 h 1316717"/>
                  <a:gd name="connsiteX0" fmla="*/ 262617 w 571820"/>
                  <a:gd name="connsiteY0" fmla="*/ 22518 h 1314890"/>
                  <a:gd name="connsiteX1" fmla="*/ 285910 w 571820"/>
                  <a:gd name="connsiteY1" fmla="*/ 1348 h 1314890"/>
                  <a:gd name="connsiteX2" fmla="*/ 287393 w 571820"/>
                  <a:gd name="connsiteY2" fmla="*/ 0 h 1314890"/>
                  <a:gd name="connsiteX3" fmla="*/ 309203 w 571820"/>
                  <a:gd name="connsiteY3" fmla="*/ 22518 h 1314890"/>
                  <a:gd name="connsiteX4" fmla="*/ 571820 w 571820"/>
                  <a:gd name="connsiteY4" fmla="*/ 656532 h 1314890"/>
                  <a:gd name="connsiteX5" fmla="*/ 309203 w 571820"/>
                  <a:gd name="connsiteY5" fmla="*/ 1290545 h 1314890"/>
                  <a:gd name="connsiteX6" fmla="*/ 289403 w 571820"/>
                  <a:gd name="connsiteY6" fmla="*/ 1308541 h 1314890"/>
                  <a:gd name="connsiteX7" fmla="*/ 289403 w 571820"/>
                  <a:gd name="connsiteY7" fmla="*/ 1314890 h 1314890"/>
                  <a:gd name="connsiteX8" fmla="*/ 287393 w 571820"/>
                  <a:gd name="connsiteY8" fmla="*/ 1313063 h 1314890"/>
                  <a:gd name="connsiteX9" fmla="*/ 285910 w 571820"/>
                  <a:gd name="connsiteY9" fmla="*/ 1311715 h 1314890"/>
                  <a:gd name="connsiteX10" fmla="*/ 282417 w 571820"/>
                  <a:gd name="connsiteY10" fmla="*/ 1314890 h 1314890"/>
                  <a:gd name="connsiteX11" fmla="*/ 282417 w 571820"/>
                  <a:gd name="connsiteY11" fmla="*/ 1308540 h 1314890"/>
                  <a:gd name="connsiteX12" fmla="*/ 262617 w 571820"/>
                  <a:gd name="connsiteY12" fmla="*/ 1290545 h 1314890"/>
                  <a:gd name="connsiteX13" fmla="*/ 0 w 571820"/>
                  <a:gd name="connsiteY13" fmla="*/ 656531 h 1314890"/>
                  <a:gd name="connsiteX14" fmla="*/ 262617 w 571820"/>
                  <a:gd name="connsiteY14" fmla="*/ 22518 h 1314890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85910 w 571820"/>
                  <a:gd name="connsiteY8" fmla="*/ 1310367 h 1313542"/>
                  <a:gd name="connsiteX9" fmla="*/ 282417 w 571820"/>
                  <a:gd name="connsiteY9" fmla="*/ 1313542 h 1313542"/>
                  <a:gd name="connsiteX10" fmla="*/ 282417 w 571820"/>
                  <a:gd name="connsiteY10" fmla="*/ 1307192 h 1313542"/>
                  <a:gd name="connsiteX11" fmla="*/ 262617 w 571820"/>
                  <a:gd name="connsiteY11" fmla="*/ 1289197 h 1313542"/>
                  <a:gd name="connsiteX12" fmla="*/ 0 w 571820"/>
                  <a:gd name="connsiteY12" fmla="*/ 655183 h 1313542"/>
                  <a:gd name="connsiteX13" fmla="*/ 262617 w 571820"/>
                  <a:gd name="connsiteY13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85910 w 571820"/>
                  <a:gd name="connsiteY8" fmla="*/ 1310367 h 1313542"/>
                  <a:gd name="connsiteX9" fmla="*/ 282417 w 571820"/>
                  <a:gd name="connsiteY9" fmla="*/ 1313542 h 1313542"/>
                  <a:gd name="connsiteX10" fmla="*/ 262617 w 571820"/>
                  <a:gd name="connsiteY10" fmla="*/ 1289197 h 1313542"/>
                  <a:gd name="connsiteX11" fmla="*/ 0 w 571820"/>
                  <a:gd name="connsiteY11" fmla="*/ 655183 h 1313542"/>
                  <a:gd name="connsiteX12" fmla="*/ 262617 w 571820"/>
                  <a:gd name="connsiteY12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85910 w 571820"/>
                  <a:gd name="connsiteY8" fmla="*/ 1310367 h 1313542"/>
                  <a:gd name="connsiteX9" fmla="*/ 262617 w 571820"/>
                  <a:gd name="connsiteY9" fmla="*/ 1289197 h 1313542"/>
                  <a:gd name="connsiteX10" fmla="*/ 0 w 571820"/>
                  <a:gd name="connsiteY10" fmla="*/ 655183 h 1313542"/>
                  <a:gd name="connsiteX11" fmla="*/ 262617 w 571820"/>
                  <a:gd name="connsiteY11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62617 w 571820"/>
                  <a:gd name="connsiteY8" fmla="*/ 1289197 h 1313542"/>
                  <a:gd name="connsiteX9" fmla="*/ 0 w 571820"/>
                  <a:gd name="connsiteY9" fmla="*/ 655183 h 1313542"/>
                  <a:gd name="connsiteX10" fmla="*/ 262617 w 571820"/>
                  <a:gd name="connsiteY10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62617 w 571820"/>
                  <a:gd name="connsiteY7" fmla="*/ 1289197 h 1313542"/>
                  <a:gd name="connsiteX8" fmla="*/ 0 w 571820"/>
                  <a:gd name="connsiteY8" fmla="*/ 655183 h 1313542"/>
                  <a:gd name="connsiteX9" fmla="*/ 262617 w 571820"/>
                  <a:gd name="connsiteY9" fmla="*/ 21170 h 1313542"/>
                  <a:gd name="connsiteX0" fmla="*/ 262617 w 571820"/>
                  <a:gd name="connsiteY0" fmla="*/ 21170 h 1364739"/>
                  <a:gd name="connsiteX1" fmla="*/ 285910 w 571820"/>
                  <a:gd name="connsiteY1" fmla="*/ 0 h 1364739"/>
                  <a:gd name="connsiteX2" fmla="*/ 309203 w 571820"/>
                  <a:gd name="connsiteY2" fmla="*/ 21170 h 1364739"/>
                  <a:gd name="connsiteX3" fmla="*/ 571820 w 571820"/>
                  <a:gd name="connsiteY3" fmla="*/ 655184 h 1364739"/>
                  <a:gd name="connsiteX4" fmla="*/ 309203 w 571820"/>
                  <a:gd name="connsiteY4" fmla="*/ 1289197 h 1364739"/>
                  <a:gd name="connsiteX5" fmla="*/ 289403 w 571820"/>
                  <a:gd name="connsiteY5" fmla="*/ 1307193 h 1364739"/>
                  <a:gd name="connsiteX6" fmla="*/ 177485 w 571820"/>
                  <a:gd name="connsiteY6" fmla="*/ 1364739 h 1364739"/>
                  <a:gd name="connsiteX7" fmla="*/ 262617 w 571820"/>
                  <a:gd name="connsiteY7" fmla="*/ 1289197 h 1364739"/>
                  <a:gd name="connsiteX8" fmla="*/ 0 w 571820"/>
                  <a:gd name="connsiteY8" fmla="*/ 655183 h 1364739"/>
                  <a:gd name="connsiteX9" fmla="*/ 262617 w 571820"/>
                  <a:gd name="connsiteY9" fmla="*/ 21170 h 1364739"/>
                  <a:gd name="connsiteX0" fmla="*/ 262617 w 571820"/>
                  <a:gd name="connsiteY0" fmla="*/ 21170 h 1364739"/>
                  <a:gd name="connsiteX1" fmla="*/ 285910 w 571820"/>
                  <a:gd name="connsiteY1" fmla="*/ 0 h 1364739"/>
                  <a:gd name="connsiteX2" fmla="*/ 309203 w 571820"/>
                  <a:gd name="connsiteY2" fmla="*/ 21170 h 1364739"/>
                  <a:gd name="connsiteX3" fmla="*/ 571820 w 571820"/>
                  <a:gd name="connsiteY3" fmla="*/ 655184 h 1364739"/>
                  <a:gd name="connsiteX4" fmla="*/ 309203 w 571820"/>
                  <a:gd name="connsiteY4" fmla="*/ 1289197 h 1364739"/>
                  <a:gd name="connsiteX5" fmla="*/ 285832 w 571820"/>
                  <a:gd name="connsiteY5" fmla="*/ 1311956 h 1364739"/>
                  <a:gd name="connsiteX6" fmla="*/ 177485 w 571820"/>
                  <a:gd name="connsiteY6" fmla="*/ 1364739 h 1364739"/>
                  <a:gd name="connsiteX7" fmla="*/ 262617 w 571820"/>
                  <a:gd name="connsiteY7" fmla="*/ 1289197 h 1364739"/>
                  <a:gd name="connsiteX8" fmla="*/ 0 w 571820"/>
                  <a:gd name="connsiteY8" fmla="*/ 655183 h 1364739"/>
                  <a:gd name="connsiteX9" fmla="*/ 262617 w 571820"/>
                  <a:gd name="connsiteY9" fmla="*/ 21170 h 1364739"/>
                  <a:gd name="connsiteX0" fmla="*/ 262617 w 571820"/>
                  <a:gd name="connsiteY0" fmla="*/ 21170 h 1311956"/>
                  <a:gd name="connsiteX1" fmla="*/ 285910 w 571820"/>
                  <a:gd name="connsiteY1" fmla="*/ 0 h 1311956"/>
                  <a:gd name="connsiteX2" fmla="*/ 309203 w 571820"/>
                  <a:gd name="connsiteY2" fmla="*/ 21170 h 1311956"/>
                  <a:gd name="connsiteX3" fmla="*/ 571820 w 571820"/>
                  <a:gd name="connsiteY3" fmla="*/ 655184 h 1311956"/>
                  <a:gd name="connsiteX4" fmla="*/ 309203 w 571820"/>
                  <a:gd name="connsiteY4" fmla="*/ 1289197 h 1311956"/>
                  <a:gd name="connsiteX5" fmla="*/ 285832 w 571820"/>
                  <a:gd name="connsiteY5" fmla="*/ 1311956 h 1311956"/>
                  <a:gd name="connsiteX6" fmla="*/ 262617 w 571820"/>
                  <a:gd name="connsiteY6" fmla="*/ 1289197 h 1311956"/>
                  <a:gd name="connsiteX7" fmla="*/ 0 w 571820"/>
                  <a:gd name="connsiteY7" fmla="*/ 655183 h 1311956"/>
                  <a:gd name="connsiteX8" fmla="*/ 262617 w 571820"/>
                  <a:gd name="connsiteY8" fmla="*/ 21170 h 1311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71820" h="1311956">
                    <a:moveTo>
                      <a:pt x="262617" y="21170"/>
                    </a:moveTo>
                    <a:lnTo>
                      <a:pt x="285910" y="0"/>
                    </a:lnTo>
                    <a:lnTo>
                      <a:pt x="309203" y="21170"/>
                    </a:lnTo>
                    <a:cubicBezTo>
                      <a:pt x="471461" y="183428"/>
                      <a:pt x="571820" y="407586"/>
                      <a:pt x="571820" y="655184"/>
                    </a:cubicBezTo>
                    <a:cubicBezTo>
                      <a:pt x="571820" y="902781"/>
                      <a:pt x="471461" y="1126939"/>
                      <a:pt x="309203" y="1289197"/>
                    </a:cubicBezTo>
                    <a:lnTo>
                      <a:pt x="285832" y="1311956"/>
                    </a:lnTo>
                    <a:lnTo>
                      <a:pt x="262617" y="1289197"/>
                    </a:lnTo>
                    <a:cubicBezTo>
                      <a:pt x="100359" y="1126938"/>
                      <a:pt x="0" y="902781"/>
                      <a:pt x="0" y="655183"/>
                    </a:cubicBezTo>
                    <a:cubicBezTo>
                      <a:pt x="0" y="407586"/>
                      <a:pt x="100359" y="183428"/>
                      <a:pt x="262617" y="21170"/>
                    </a:cubicBez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6" name="Conector recto 5">
                <a:extLst>
                  <a:ext uri="{FF2B5EF4-FFF2-40B4-BE49-F238E27FC236}">
                    <a16:creationId xmlns:a16="http://schemas.microsoft.com/office/drawing/2014/main" id="{C1D464A1-0F6B-3CEE-8719-573F89E87B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68695" y="4330454"/>
                <a:ext cx="0" cy="162000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76955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lto de secció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6">
            <a:extLst>
              <a:ext uri="{FF2B5EF4-FFF2-40B4-BE49-F238E27FC236}">
                <a16:creationId xmlns:a16="http://schemas.microsoft.com/office/drawing/2014/main" id="{D0C49A9B-EBDE-4047-884B-0860623D63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85851" y="2165174"/>
            <a:ext cx="6118224" cy="1554480"/>
          </a:xfrm>
        </p:spPr>
        <p:txBody>
          <a:bodyPr rtlCol="0" anchor="b">
            <a:noAutofit/>
          </a:bodyPr>
          <a:lstStyle>
            <a:lvl1pPr algn="ctr">
              <a:defRPr lang="es-ES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5" name="Marcador de posición de imagen 31">
            <a:extLst>
              <a:ext uri="{FF2B5EF4-FFF2-40B4-BE49-F238E27FC236}">
                <a16:creationId xmlns:a16="http://schemas.microsoft.com/office/drawing/2014/main" id="{99CD77F7-3095-4517-B300-DE93875DE53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29613" y="0"/>
            <a:ext cx="3862387" cy="2286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es-ES" sz="1800"/>
            </a:lvl1pPr>
          </a:lstStyle>
          <a:p>
            <a:pPr rtl="0"/>
            <a:r>
              <a:rPr lang="es-ES"/>
              <a:t>Haga clic en el icono para agregar una foto</a:t>
            </a:r>
          </a:p>
        </p:txBody>
      </p:sp>
      <p:sp>
        <p:nvSpPr>
          <p:cNvPr id="36" name="Marcador de posición de imagen 31">
            <a:extLst>
              <a:ext uri="{FF2B5EF4-FFF2-40B4-BE49-F238E27FC236}">
                <a16:creationId xmlns:a16="http://schemas.microsoft.com/office/drawing/2014/main" id="{F31ECFCC-4520-48AB-A8A1-AF9FC0C055B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29200" y="2286000"/>
            <a:ext cx="3862387" cy="2286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es-ES" sz="1800"/>
            </a:lvl1pPr>
          </a:lstStyle>
          <a:p>
            <a:pPr rtl="0"/>
            <a:r>
              <a:rPr lang="es-ES"/>
              <a:t>Haga clic en el icono para agregar una foto</a:t>
            </a:r>
          </a:p>
        </p:txBody>
      </p:sp>
      <p:sp>
        <p:nvSpPr>
          <p:cNvPr id="37" name="Marcador de posición de imagen 31">
            <a:extLst>
              <a:ext uri="{FF2B5EF4-FFF2-40B4-BE49-F238E27FC236}">
                <a16:creationId xmlns:a16="http://schemas.microsoft.com/office/drawing/2014/main" id="{0FDBD13C-46E7-4BB9-957D-DE2A5925521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329200" y="4572000"/>
            <a:ext cx="3862387" cy="2286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es-ES" sz="1800"/>
            </a:lvl1pPr>
          </a:lstStyle>
          <a:p>
            <a:pPr rtl="0"/>
            <a:r>
              <a:rPr lang="es-ES"/>
              <a:t>Haga clic en el icono para agregar una foto</a:t>
            </a: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85B40728-32E0-44CE-8C68-1E68245C2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400874" y="4194521"/>
            <a:ext cx="1481845" cy="787628"/>
            <a:chOff x="4987925" y="2840038"/>
            <a:chExt cx="2216150" cy="1177924"/>
          </a:xfrm>
        </p:grpSpPr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40A6D99A-68F3-4E08-BB89-083CE0299CE2}"/>
                </a:ext>
              </a:extLst>
            </p:cNvPr>
            <p:cNvSpPr/>
            <p:nvPr/>
          </p:nvSpPr>
          <p:spPr>
            <a:xfrm>
              <a:off x="4987925" y="2840038"/>
              <a:ext cx="2216150" cy="1177924"/>
            </a:xfrm>
            <a:prstGeom prst="rect">
              <a:avLst/>
            </a:prstGeom>
            <a:solidFill>
              <a:schemeClr val="bg2">
                <a:alpha val="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lang="es-ES"/>
              </a:pPr>
              <a:endPara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8B4F5556-21F4-4E26-9504-49ADE7D84749}"/>
                </a:ext>
              </a:extLst>
            </p:cNvPr>
            <p:cNvSpPr/>
            <p:nvPr/>
          </p:nvSpPr>
          <p:spPr>
            <a:xfrm>
              <a:off x="5750208" y="2992877"/>
              <a:ext cx="972458" cy="91951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lang="es-ES"/>
              </a:pPr>
              <a:endPara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E0E1118C-DFA4-410C-961C-BE0488441C9A}"/>
                </a:ext>
              </a:extLst>
            </p:cNvPr>
            <p:cNvSpPr/>
            <p:nvPr/>
          </p:nvSpPr>
          <p:spPr>
            <a:xfrm flipH="1">
              <a:off x="5469335" y="2992877"/>
              <a:ext cx="972458" cy="91951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lang="es-ES"/>
              </a:pPr>
              <a:endPara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grpSp>
          <p:nvGrpSpPr>
            <p:cNvPr id="16" name="Grupo 15">
              <a:extLst>
                <a:ext uri="{FF2B5EF4-FFF2-40B4-BE49-F238E27FC236}">
                  <a16:creationId xmlns:a16="http://schemas.microsoft.com/office/drawing/2014/main" id="{B5A8ECE6-B3E3-4761-A6AD-711AF71EEA0D}"/>
                </a:ext>
              </a:extLst>
            </p:cNvPr>
            <p:cNvGrpSpPr/>
            <p:nvPr/>
          </p:nvGrpSpPr>
          <p:grpSpPr>
            <a:xfrm>
              <a:off x="5614944" y="3117662"/>
              <a:ext cx="1009280" cy="464739"/>
              <a:chOff x="4432859" y="3200647"/>
              <a:chExt cx="1009280" cy="464739"/>
            </a:xfrm>
          </p:grpSpPr>
          <p:sp>
            <p:nvSpPr>
              <p:cNvPr id="24" name="Forma libre: Forma 23">
                <a:extLst>
                  <a:ext uri="{FF2B5EF4-FFF2-40B4-BE49-F238E27FC236}">
                    <a16:creationId xmlns:a16="http://schemas.microsoft.com/office/drawing/2014/main" id="{5B1F0E3F-4B5E-4F5B-93A6-CE1017521BF1}"/>
                  </a:ext>
                </a:extLst>
              </p:cNvPr>
              <p:cNvSpPr/>
              <p:nvPr/>
            </p:nvSpPr>
            <p:spPr>
              <a:xfrm rot="16200000" flipH="1" flipV="1">
                <a:off x="4977400" y="3200647"/>
                <a:ext cx="464739" cy="464739"/>
              </a:xfrm>
              <a:custGeom>
                <a:avLst/>
                <a:gdLst>
                  <a:gd name="connsiteX0" fmla="*/ 464132 w 464739"/>
                  <a:gd name="connsiteY0" fmla="*/ 463881 h 464739"/>
                  <a:gd name="connsiteX1" fmla="*/ 463891 w 464739"/>
                  <a:gd name="connsiteY1" fmla="*/ 463892 h 464739"/>
                  <a:gd name="connsiteX2" fmla="*/ 463880 w 464739"/>
                  <a:gd name="connsiteY2" fmla="*/ 464132 h 464739"/>
                  <a:gd name="connsiteX3" fmla="*/ 463651 w 464739"/>
                  <a:gd name="connsiteY3" fmla="*/ 463904 h 464739"/>
                  <a:gd name="connsiteX4" fmla="*/ 446142 w 464739"/>
                  <a:gd name="connsiteY4" fmla="*/ 464739 h 464739"/>
                  <a:gd name="connsiteX5" fmla="*/ 130673 w 464739"/>
                  <a:gd name="connsiteY5" fmla="*/ 334067 h 464739"/>
                  <a:gd name="connsiteX6" fmla="*/ 0 w 464739"/>
                  <a:gd name="connsiteY6" fmla="*/ 18597 h 464739"/>
                  <a:gd name="connsiteX7" fmla="*/ 836 w 464739"/>
                  <a:gd name="connsiteY7" fmla="*/ 1089 h 464739"/>
                  <a:gd name="connsiteX8" fmla="*/ 607 w 464739"/>
                  <a:gd name="connsiteY8" fmla="*/ 859 h 464739"/>
                  <a:gd name="connsiteX9" fmla="*/ 848 w 464739"/>
                  <a:gd name="connsiteY9" fmla="*/ 848 h 464739"/>
                  <a:gd name="connsiteX10" fmla="*/ 859 w 464739"/>
                  <a:gd name="connsiteY10" fmla="*/ 607 h 464739"/>
                  <a:gd name="connsiteX11" fmla="*/ 1089 w 464739"/>
                  <a:gd name="connsiteY11" fmla="*/ 836 h 464739"/>
                  <a:gd name="connsiteX12" fmla="*/ 18597 w 464739"/>
                  <a:gd name="connsiteY12" fmla="*/ 0 h 464739"/>
                  <a:gd name="connsiteX13" fmla="*/ 334067 w 464739"/>
                  <a:gd name="connsiteY13" fmla="*/ 130672 h 464739"/>
                  <a:gd name="connsiteX14" fmla="*/ 464739 w 464739"/>
                  <a:gd name="connsiteY14" fmla="*/ 446142 h 464739"/>
                  <a:gd name="connsiteX15" fmla="*/ 463903 w 464739"/>
                  <a:gd name="connsiteY15" fmla="*/ 463652 h 464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64739" h="464739">
                    <a:moveTo>
                      <a:pt x="464132" y="463881"/>
                    </a:moveTo>
                    <a:lnTo>
                      <a:pt x="463891" y="463892"/>
                    </a:lnTo>
                    <a:lnTo>
                      <a:pt x="463880" y="464132"/>
                    </a:lnTo>
                    <a:lnTo>
                      <a:pt x="463651" y="463904"/>
                    </a:lnTo>
                    <a:lnTo>
                      <a:pt x="446142" y="464739"/>
                    </a:lnTo>
                    <a:cubicBezTo>
                      <a:pt x="331965" y="464739"/>
                      <a:pt x="217787" y="421182"/>
                      <a:pt x="130673" y="334067"/>
                    </a:cubicBezTo>
                    <a:cubicBezTo>
                      <a:pt x="43558" y="246953"/>
                      <a:pt x="1" y="132775"/>
                      <a:pt x="0" y="18597"/>
                    </a:cubicBezTo>
                    <a:lnTo>
                      <a:pt x="836" y="1089"/>
                    </a:lnTo>
                    <a:lnTo>
                      <a:pt x="607" y="859"/>
                    </a:lnTo>
                    <a:lnTo>
                      <a:pt x="848" y="848"/>
                    </a:lnTo>
                    <a:lnTo>
                      <a:pt x="859" y="607"/>
                    </a:lnTo>
                    <a:lnTo>
                      <a:pt x="1089" y="836"/>
                    </a:lnTo>
                    <a:lnTo>
                      <a:pt x="18597" y="0"/>
                    </a:lnTo>
                    <a:cubicBezTo>
                      <a:pt x="132775" y="0"/>
                      <a:pt x="246952" y="43557"/>
                      <a:pt x="334067" y="130672"/>
                    </a:cubicBezTo>
                    <a:cubicBezTo>
                      <a:pt x="421182" y="217787"/>
                      <a:pt x="464739" y="331964"/>
                      <a:pt x="464739" y="446142"/>
                    </a:cubicBezTo>
                    <a:lnTo>
                      <a:pt x="463903" y="463652"/>
                    </a:lnTo>
                    <a:close/>
                  </a:path>
                </a:pathLst>
              </a:custGeom>
              <a:solidFill>
                <a:schemeClr val="accent4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s-ES"/>
                </a:def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lang="es-ES"/>
                </a:pPr>
                <a:endParaRPr kumimoji="0" lang="es-E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venir Next LT Pro Light"/>
                  <a:ea typeface="+mn-ea"/>
                  <a:cs typeface="+mn-cs"/>
                </a:endParaRPr>
              </a:p>
            </p:txBody>
          </p:sp>
          <p:sp>
            <p:nvSpPr>
              <p:cNvPr id="25" name="Forma libre: Forma 24">
                <a:extLst>
                  <a:ext uri="{FF2B5EF4-FFF2-40B4-BE49-F238E27FC236}">
                    <a16:creationId xmlns:a16="http://schemas.microsoft.com/office/drawing/2014/main" id="{B20599F0-ACFC-4223-A598-8FFAF21406AB}"/>
                  </a:ext>
                </a:extLst>
              </p:cNvPr>
              <p:cNvSpPr/>
              <p:nvPr/>
            </p:nvSpPr>
            <p:spPr>
              <a:xfrm rot="5400000" flipV="1">
                <a:off x="4432859" y="3200647"/>
                <a:ext cx="464739" cy="464739"/>
              </a:xfrm>
              <a:custGeom>
                <a:avLst/>
                <a:gdLst>
                  <a:gd name="connsiteX0" fmla="*/ 464132 w 464739"/>
                  <a:gd name="connsiteY0" fmla="*/ 463881 h 464739"/>
                  <a:gd name="connsiteX1" fmla="*/ 463891 w 464739"/>
                  <a:gd name="connsiteY1" fmla="*/ 463892 h 464739"/>
                  <a:gd name="connsiteX2" fmla="*/ 463880 w 464739"/>
                  <a:gd name="connsiteY2" fmla="*/ 464132 h 464739"/>
                  <a:gd name="connsiteX3" fmla="*/ 463651 w 464739"/>
                  <a:gd name="connsiteY3" fmla="*/ 463904 h 464739"/>
                  <a:gd name="connsiteX4" fmla="*/ 446142 w 464739"/>
                  <a:gd name="connsiteY4" fmla="*/ 464739 h 464739"/>
                  <a:gd name="connsiteX5" fmla="*/ 130673 w 464739"/>
                  <a:gd name="connsiteY5" fmla="*/ 334067 h 464739"/>
                  <a:gd name="connsiteX6" fmla="*/ 0 w 464739"/>
                  <a:gd name="connsiteY6" fmla="*/ 18597 h 464739"/>
                  <a:gd name="connsiteX7" fmla="*/ 836 w 464739"/>
                  <a:gd name="connsiteY7" fmla="*/ 1089 h 464739"/>
                  <a:gd name="connsiteX8" fmla="*/ 607 w 464739"/>
                  <a:gd name="connsiteY8" fmla="*/ 859 h 464739"/>
                  <a:gd name="connsiteX9" fmla="*/ 848 w 464739"/>
                  <a:gd name="connsiteY9" fmla="*/ 848 h 464739"/>
                  <a:gd name="connsiteX10" fmla="*/ 859 w 464739"/>
                  <a:gd name="connsiteY10" fmla="*/ 607 h 464739"/>
                  <a:gd name="connsiteX11" fmla="*/ 1089 w 464739"/>
                  <a:gd name="connsiteY11" fmla="*/ 836 h 464739"/>
                  <a:gd name="connsiteX12" fmla="*/ 18597 w 464739"/>
                  <a:gd name="connsiteY12" fmla="*/ 0 h 464739"/>
                  <a:gd name="connsiteX13" fmla="*/ 334067 w 464739"/>
                  <a:gd name="connsiteY13" fmla="*/ 130672 h 464739"/>
                  <a:gd name="connsiteX14" fmla="*/ 464739 w 464739"/>
                  <a:gd name="connsiteY14" fmla="*/ 446142 h 464739"/>
                  <a:gd name="connsiteX15" fmla="*/ 463903 w 464739"/>
                  <a:gd name="connsiteY15" fmla="*/ 463652 h 464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64739" h="464739">
                    <a:moveTo>
                      <a:pt x="464132" y="463881"/>
                    </a:moveTo>
                    <a:lnTo>
                      <a:pt x="463891" y="463892"/>
                    </a:lnTo>
                    <a:lnTo>
                      <a:pt x="463880" y="464132"/>
                    </a:lnTo>
                    <a:lnTo>
                      <a:pt x="463651" y="463904"/>
                    </a:lnTo>
                    <a:lnTo>
                      <a:pt x="446142" y="464739"/>
                    </a:lnTo>
                    <a:cubicBezTo>
                      <a:pt x="331965" y="464739"/>
                      <a:pt x="217787" y="421182"/>
                      <a:pt x="130673" y="334067"/>
                    </a:cubicBezTo>
                    <a:cubicBezTo>
                      <a:pt x="43558" y="246953"/>
                      <a:pt x="1" y="132775"/>
                      <a:pt x="0" y="18597"/>
                    </a:cubicBezTo>
                    <a:lnTo>
                      <a:pt x="836" y="1089"/>
                    </a:lnTo>
                    <a:lnTo>
                      <a:pt x="607" y="859"/>
                    </a:lnTo>
                    <a:lnTo>
                      <a:pt x="848" y="848"/>
                    </a:lnTo>
                    <a:lnTo>
                      <a:pt x="859" y="607"/>
                    </a:lnTo>
                    <a:lnTo>
                      <a:pt x="1089" y="836"/>
                    </a:lnTo>
                    <a:lnTo>
                      <a:pt x="18597" y="0"/>
                    </a:lnTo>
                    <a:cubicBezTo>
                      <a:pt x="132775" y="0"/>
                      <a:pt x="246952" y="43557"/>
                      <a:pt x="334067" y="130672"/>
                    </a:cubicBezTo>
                    <a:cubicBezTo>
                      <a:pt x="421182" y="217787"/>
                      <a:pt x="464739" y="331964"/>
                      <a:pt x="464739" y="446142"/>
                    </a:cubicBezTo>
                    <a:lnTo>
                      <a:pt x="463903" y="463652"/>
                    </a:lnTo>
                    <a:close/>
                  </a:path>
                </a:pathLst>
              </a:custGeom>
              <a:solidFill>
                <a:schemeClr val="accent4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s-ES"/>
                </a:def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lang="es-ES"/>
                </a:pPr>
                <a:endParaRPr kumimoji="0" lang="es-E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venir Next LT Pro Light"/>
                  <a:ea typeface="+mn-ea"/>
                  <a:cs typeface="+mn-cs"/>
                </a:endParaRPr>
              </a:p>
            </p:txBody>
          </p:sp>
        </p:grp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C6703144-DA66-4EFB-B790-4E044756FF37}"/>
                </a:ext>
              </a:extLst>
            </p:cNvPr>
            <p:cNvGrpSpPr/>
            <p:nvPr/>
          </p:nvGrpSpPr>
          <p:grpSpPr>
            <a:xfrm>
              <a:off x="5679979" y="2915338"/>
              <a:ext cx="1080000" cy="1080000"/>
              <a:chOff x="4497894" y="2998323"/>
              <a:chExt cx="1080000" cy="1080000"/>
            </a:xfrm>
          </p:grpSpPr>
          <p:grpSp>
            <p:nvGrpSpPr>
              <p:cNvPr id="18" name="Grupo 17">
                <a:extLst>
                  <a:ext uri="{FF2B5EF4-FFF2-40B4-BE49-F238E27FC236}">
                    <a16:creationId xmlns:a16="http://schemas.microsoft.com/office/drawing/2014/main" id="{63371BE5-97EB-4365-8EDA-4C634155E79F}"/>
                  </a:ext>
                </a:extLst>
              </p:cNvPr>
              <p:cNvGrpSpPr/>
              <p:nvPr/>
            </p:nvGrpSpPr>
            <p:grpSpPr>
              <a:xfrm rot="13500000">
                <a:off x="4805524" y="2998323"/>
                <a:ext cx="464739" cy="1080000"/>
                <a:chOff x="4511184" y="2470620"/>
                <a:chExt cx="464739" cy="1080000"/>
              </a:xfrm>
            </p:grpSpPr>
            <p:sp>
              <p:nvSpPr>
                <p:cNvPr id="22" name="Forma libre: Forma 21">
                  <a:extLst>
                    <a:ext uri="{FF2B5EF4-FFF2-40B4-BE49-F238E27FC236}">
                      <a16:creationId xmlns:a16="http://schemas.microsoft.com/office/drawing/2014/main" id="{533C4D53-A668-4609-B338-E2D33C24A811}"/>
                    </a:ext>
                  </a:extLst>
                </p:cNvPr>
                <p:cNvSpPr/>
                <p:nvPr/>
              </p:nvSpPr>
              <p:spPr>
                <a:xfrm rot="2700000" flipH="1" flipV="1">
                  <a:off x="4511184" y="2990814"/>
                  <a:ext cx="464739" cy="464739"/>
                </a:xfrm>
                <a:custGeom>
                  <a:avLst/>
                  <a:gdLst>
                    <a:gd name="connsiteX0" fmla="*/ 464132 w 464739"/>
                    <a:gd name="connsiteY0" fmla="*/ 463881 h 464739"/>
                    <a:gd name="connsiteX1" fmla="*/ 463891 w 464739"/>
                    <a:gd name="connsiteY1" fmla="*/ 463892 h 464739"/>
                    <a:gd name="connsiteX2" fmla="*/ 463880 w 464739"/>
                    <a:gd name="connsiteY2" fmla="*/ 464132 h 464739"/>
                    <a:gd name="connsiteX3" fmla="*/ 463651 w 464739"/>
                    <a:gd name="connsiteY3" fmla="*/ 463904 h 464739"/>
                    <a:gd name="connsiteX4" fmla="*/ 446142 w 464739"/>
                    <a:gd name="connsiteY4" fmla="*/ 464739 h 464739"/>
                    <a:gd name="connsiteX5" fmla="*/ 130673 w 464739"/>
                    <a:gd name="connsiteY5" fmla="*/ 334067 h 464739"/>
                    <a:gd name="connsiteX6" fmla="*/ 0 w 464739"/>
                    <a:gd name="connsiteY6" fmla="*/ 18597 h 464739"/>
                    <a:gd name="connsiteX7" fmla="*/ 836 w 464739"/>
                    <a:gd name="connsiteY7" fmla="*/ 1089 h 464739"/>
                    <a:gd name="connsiteX8" fmla="*/ 607 w 464739"/>
                    <a:gd name="connsiteY8" fmla="*/ 859 h 464739"/>
                    <a:gd name="connsiteX9" fmla="*/ 848 w 464739"/>
                    <a:gd name="connsiteY9" fmla="*/ 848 h 464739"/>
                    <a:gd name="connsiteX10" fmla="*/ 859 w 464739"/>
                    <a:gd name="connsiteY10" fmla="*/ 607 h 464739"/>
                    <a:gd name="connsiteX11" fmla="*/ 1089 w 464739"/>
                    <a:gd name="connsiteY11" fmla="*/ 836 h 464739"/>
                    <a:gd name="connsiteX12" fmla="*/ 18597 w 464739"/>
                    <a:gd name="connsiteY12" fmla="*/ 0 h 464739"/>
                    <a:gd name="connsiteX13" fmla="*/ 334067 w 464739"/>
                    <a:gd name="connsiteY13" fmla="*/ 130672 h 464739"/>
                    <a:gd name="connsiteX14" fmla="*/ 464739 w 464739"/>
                    <a:gd name="connsiteY14" fmla="*/ 446142 h 464739"/>
                    <a:gd name="connsiteX15" fmla="*/ 463903 w 464739"/>
                    <a:gd name="connsiteY15" fmla="*/ 463652 h 4647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464739" h="464739">
                      <a:moveTo>
                        <a:pt x="464132" y="463881"/>
                      </a:moveTo>
                      <a:lnTo>
                        <a:pt x="463891" y="463892"/>
                      </a:lnTo>
                      <a:lnTo>
                        <a:pt x="463880" y="464132"/>
                      </a:lnTo>
                      <a:lnTo>
                        <a:pt x="463651" y="463904"/>
                      </a:lnTo>
                      <a:lnTo>
                        <a:pt x="446142" y="464739"/>
                      </a:lnTo>
                      <a:cubicBezTo>
                        <a:pt x="331965" y="464739"/>
                        <a:pt x="217787" y="421182"/>
                        <a:pt x="130673" y="334067"/>
                      </a:cubicBezTo>
                      <a:cubicBezTo>
                        <a:pt x="43558" y="246953"/>
                        <a:pt x="1" y="132775"/>
                        <a:pt x="0" y="18597"/>
                      </a:cubicBezTo>
                      <a:lnTo>
                        <a:pt x="836" y="1089"/>
                      </a:lnTo>
                      <a:lnTo>
                        <a:pt x="607" y="859"/>
                      </a:lnTo>
                      <a:lnTo>
                        <a:pt x="848" y="848"/>
                      </a:lnTo>
                      <a:lnTo>
                        <a:pt x="859" y="607"/>
                      </a:lnTo>
                      <a:lnTo>
                        <a:pt x="1089" y="836"/>
                      </a:lnTo>
                      <a:lnTo>
                        <a:pt x="18597" y="0"/>
                      </a:lnTo>
                      <a:cubicBezTo>
                        <a:pt x="132775" y="0"/>
                        <a:pt x="246952" y="43557"/>
                        <a:pt x="334067" y="130672"/>
                      </a:cubicBezTo>
                      <a:cubicBezTo>
                        <a:pt x="421182" y="217787"/>
                        <a:pt x="464739" y="331964"/>
                        <a:pt x="464739" y="446142"/>
                      </a:cubicBezTo>
                      <a:lnTo>
                        <a:pt x="463903" y="463652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s-ES"/>
                  </a:def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lang="es-ES"/>
                  </a:pPr>
                  <a:endParaRPr kumimoji="0" lang="es-E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venir Next LT Pro Light"/>
                    <a:ea typeface="+mn-ea"/>
                    <a:cs typeface="+mn-cs"/>
                  </a:endParaRPr>
                </a:p>
              </p:txBody>
            </p:sp>
            <p:cxnSp>
              <p:nvCxnSpPr>
                <p:cNvPr id="23" name="Conector recto 22">
                  <a:extLst>
                    <a:ext uri="{FF2B5EF4-FFF2-40B4-BE49-F238E27FC236}">
                      <a16:creationId xmlns:a16="http://schemas.microsoft.com/office/drawing/2014/main" id="{A487C5A9-C4B3-4A68-8DFB-43F4CDB407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42369" y="2470620"/>
                  <a:ext cx="0" cy="1080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" name="Grupo 18">
                <a:extLst>
                  <a:ext uri="{FF2B5EF4-FFF2-40B4-BE49-F238E27FC236}">
                    <a16:creationId xmlns:a16="http://schemas.microsoft.com/office/drawing/2014/main" id="{82E4A2F3-57A7-4529-A621-A36F1E777A4E}"/>
                  </a:ext>
                </a:extLst>
              </p:cNvPr>
              <p:cNvGrpSpPr/>
              <p:nvPr/>
            </p:nvGrpSpPr>
            <p:grpSpPr>
              <a:xfrm rot="8100000" flipH="1">
                <a:off x="4542572" y="2998323"/>
                <a:ext cx="464739" cy="1080000"/>
                <a:chOff x="4511184" y="2470620"/>
                <a:chExt cx="464739" cy="1080000"/>
              </a:xfrm>
            </p:grpSpPr>
            <p:sp>
              <p:nvSpPr>
                <p:cNvPr id="20" name="Forma libre: Forma 19">
                  <a:extLst>
                    <a:ext uri="{FF2B5EF4-FFF2-40B4-BE49-F238E27FC236}">
                      <a16:creationId xmlns:a16="http://schemas.microsoft.com/office/drawing/2014/main" id="{1482263E-6A78-46B7-8AB8-845C9C9103B4}"/>
                    </a:ext>
                  </a:extLst>
                </p:cNvPr>
                <p:cNvSpPr/>
                <p:nvPr/>
              </p:nvSpPr>
              <p:spPr>
                <a:xfrm rot="2700000" flipH="1" flipV="1">
                  <a:off x="4511184" y="2990814"/>
                  <a:ext cx="464739" cy="464739"/>
                </a:xfrm>
                <a:custGeom>
                  <a:avLst/>
                  <a:gdLst>
                    <a:gd name="connsiteX0" fmla="*/ 464132 w 464739"/>
                    <a:gd name="connsiteY0" fmla="*/ 463881 h 464739"/>
                    <a:gd name="connsiteX1" fmla="*/ 463891 w 464739"/>
                    <a:gd name="connsiteY1" fmla="*/ 463892 h 464739"/>
                    <a:gd name="connsiteX2" fmla="*/ 463880 w 464739"/>
                    <a:gd name="connsiteY2" fmla="*/ 464132 h 464739"/>
                    <a:gd name="connsiteX3" fmla="*/ 463651 w 464739"/>
                    <a:gd name="connsiteY3" fmla="*/ 463904 h 464739"/>
                    <a:gd name="connsiteX4" fmla="*/ 446142 w 464739"/>
                    <a:gd name="connsiteY4" fmla="*/ 464739 h 464739"/>
                    <a:gd name="connsiteX5" fmla="*/ 130673 w 464739"/>
                    <a:gd name="connsiteY5" fmla="*/ 334067 h 464739"/>
                    <a:gd name="connsiteX6" fmla="*/ 0 w 464739"/>
                    <a:gd name="connsiteY6" fmla="*/ 18597 h 464739"/>
                    <a:gd name="connsiteX7" fmla="*/ 836 w 464739"/>
                    <a:gd name="connsiteY7" fmla="*/ 1089 h 464739"/>
                    <a:gd name="connsiteX8" fmla="*/ 607 w 464739"/>
                    <a:gd name="connsiteY8" fmla="*/ 859 h 464739"/>
                    <a:gd name="connsiteX9" fmla="*/ 848 w 464739"/>
                    <a:gd name="connsiteY9" fmla="*/ 848 h 464739"/>
                    <a:gd name="connsiteX10" fmla="*/ 859 w 464739"/>
                    <a:gd name="connsiteY10" fmla="*/ 607 h 464739"/>
                    <a:gd name="connsiteX11" fmla="*/ 1089 w 464739"/>
                    <a:gd name="connsiteY11" fmla="*/ 836 h 464739"/>
                    <a:gd name="connsiteX12" fmla="*/ 18597 w 464739"/>
                    <a:gd name="connsiteY12" fmla="*/ 0 h 464739"/>
                    <a:gd name="connsiteX13" fmla="*/ 334067 w 464739"/>
                    <a:gd name="connsiteY13" fmla="*/ 130672 h 464739"/>
                    <a:gd name="connsiteX14" fmla="*/ 464739 w 464739"/>
                    <a:gd name="connsiteY14" fmla="*/ 446142 h 464739"/>
                    <a:gd name="connsiteX15" fmla="*/ 463903 w 464739"/>
                    <a:gd name="connsiteY15" fmla="*/ 463652 h 4647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464739" h="464739">
                      <a:moveTo>
                        <a:pt x="464132" y="463881"/>
                      </a:moveTo>
                      <a:lnTo>
                        <a:pt x="463891" y="463892"/>
                      </a:lnTo>
                      <a:lnTo>
                        <a:pt x="463880" y="464132"/>
                      </a:lnTo>
                      <a:lnTo>
                        <a:pt x="463651" y="463904"/>
                      </a:lnTo>
                      <a:lnTo>
                        <a:pt x="446142" y="464739"/>
                      </a:lnTo>
                      <a:cubicBezTo>
                        <a:pt x="331965" y="464739"/>
                        <a:pt x="217787" y="421182"/>
                        <a:pt x="130673" y="334067"/>
                      </a:cubicBezTo>
                      <a:cubicBezTo>
                        <a:pt x="43558" y="246953"/>
                        <a:pt x="1" y="132775"/>
                        <a:pt x="0" y="18597"/>
                      </a:cubicBezTo>
                      <a:lnTo>
                        <a:pt x="836" y="1089"/>
                      </a:lnTo>
                      <a:lnTo>
                        <a:pt x="607" y="859"/>
                      </a:lnTo>
                      <a:lnTo>
                        <a:pt x="848" y="848"/>
                      </a:lnTo>
                      <a:lnTo>
                        <a:pt x="859" y="607"/>
                      </a:lnTo>
                      <a:lnTo>
                        <a:pt x="1089" y="836"/>
                      </a:lnTo>
                      <a:lnTo>
                        <a:pt x="18597" y="0"/>
                      </a:lnTo>
                      <a:cubicBezTo>
                        <a:pt x="132775" y="0"/>
                        <a:pt x="246952" y="43557"/>
                        <a:pt x="334067" y="130672"/>
                      </a:cubicBezTo>
                      <a:cubicBezTo>
                        <a:pt x="421182" y="217787"/>
                        <a:pt x="464739" y="331964"/>
                        <a:pt x="464739" y="446142"/>
                      </a:cubicBezTo>
                      <a:lnTo>
                        <a:pt x="463903" y="463652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s-ES"/>
                  </a:def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lang="es-ES"/>
                  </a:pPr>
                  <a:endParaRPr kumimoji="0" lang="es-E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venir Next LT Pro Light"/>
                    <a:ea typeface="+mn-ea"/>
                    <a:cs typeface="+mn-cs"/>
                  </a:endParaRPr>
                </a:p>
              </p:txBody>
            </p:sp>
            <p:cxnSp>
              <p:nvCxnSpPr>
                <p:cNvPr id="21" name="Conector recto 20">
                  <a:extLst>
                    <a:ext uri="{FF2B5EF4-FFF2-40B4-BE49-F238E27FC236}">
                      <a16:creationId xmlns:a16="http://schemas.microsoft.com/office/drawing/2014/main" id="{3C7B34F9-7954-4950-ABEA-DDBFF4A4CC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42369" y="2470620"/>
                  <a:ext cx="0" cy="1080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4035399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55FC5AD6-5EA9-4D31-BA29-EE3AABE223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6800" y="777246"/>
            <a:ext cx="10058400" cy="1097280"/>
          </a:xfrm>
        </p:spPr>
        <p:txBody>
          <a:bodyPr wrap="square" rtlCol="0" anchor="ctr" anchorCtr="0">
            <a:normAutofit/>
          </a:bodyPr>
          <a:lstStyle>
            <a:lvl1pPr algn="ctr">
              <a:defRPr lang="es-ES"/>
            </a:lvl1pPr>
          </a:lstStyle>
          <a:p>
            <a:pPr algn="ctr" rtl="0"/>
            <a:r>
              <a:rPr lang="es-ES"/>
              <a:t>Haga clic para agregar un título</a:t>
            </a:r>
          </a:p>
        </p:txBody>
      </p:sp>
      <p:sp>
        <p:nvSpPr>
          <p:cNvPr id="5" name="Marcador de contenido 3">
            <a:extLst>
              <a:ext uri="{FF2B5EF4-FFF2-40B4-BE49-F238E27FC236}">
                <a16:creationId xmlns:a16="http://schemas.microsoft.com/office/drawing/2014/main" id="{F2B970E0-2BF6-DE0A-33F2-E136830CC0F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1711243" y="2287435"/>
            <a:ext cx="8769514" cy="3768195"/>
          </a:xfrm>
        </p:spPr>
        <p:txBody>
          <a:bodyPr tIns="182880" rtlCol="0">
            <a:noAutofit/>
          </a:bodyPr>
          <a:lstStyle>
            <a:lvl1pPr marL="283464" indent="-283464">
              <a:lnSpc>
                <a:spcPct val="100000"/>
              </a:lnSpc>
              <a:spcBef>
                <a:spcPts val="1000"/>
              </a:spcBef>
              <a:defRPr lang="es-ES" sz="1800"/>
            </a:lvl1pPr>
            <a:lvl2pPr marL="283464">
              <a:lnSpc>
                <a:spcPct val="100000"/>
              </a:lnSpc>
              <a:spcBef>
                <a:spcPts val="1000"/>
              </a:spcBef>
              <a:defRPr lang="es-ES" sz="1800"/>
            </a:lvl2pPr>
            <a:lvl3pPr indent="-283464">
              <a:lnSpc>
                <a:spcPct val="100000"/>
              </a:lnSpc>
              <a:spcBef>
                <a:spcPts val="1000"/>
              </a:spcBef>
              <a:defRPr lang="es-ES" sz="1800"/>
            </a:lvl3pPr>
            <a:lvl4pPr>
              <a:lnSpc>
                <a:spcPct val="100000"/>
              </a:lnSpc>
              <a:spcBef>
                <a:spcPts val="1000"/>
              </a:spcBef>
              <a:defRPr lang="es-ES" sz="1800"/>
            </a:lvl4pPr>
            <a:lvl5pPr indent="-283464">
              <a:lnSpc>
                <a:spcPct val="100000"/>
              </a:lnSpc>
              <a:spcBef>
                <a:spcPts val="1000"/>
              </a:spcBef>
              <a:defRPr lang="es-ES" sz="1800"/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51664AFF-309D-433B-B3F0-84A98A207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819649" y="2057406"/>
            <a:ext cx="5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Marcador de fecha 3">
            <a:extLst>
              <a:ext uri="{FF2B5EF4-FFF2-40B4-BE49-F238E27FC236}">
                <a16:creationId xmlns:a16="http://schemas.microsoft.com/office/drawing/2014/main" id="{85D87A86-18DB-4F48-991B-B96728C9E2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</p:spPr>
        <p:txBody>
          <a:bodyPr rtlCol="0"/>
          <a:lstStyle>
            <a:lvl1pPr>
              <a:defRPr lang="es-ES"/>
            </a:lvl1pPr>
          </a:lstStyle>
          <a:p>
            <a:pPr rtl="0">
              <a:defRPr lang="es-ES"/>
            </a:pPr>
            <a:r>
              <a:rPr lang="es-ES">
                <a:solidFill>
                  <a:prstClr val="white">
                    <a:alpha val="70000"/>
                  </a:prstClr>
                </a:solidFill>
              </a:rPr>
              <a:t>20XX</a:t>
            </a:r>
            <a:endParaRPr lang="es-ES" dirty="0">
              <a:solidFill>
                <a:prstClr val="white">
                  <a:alpha val="70000"/>
                </a:prstClr>
              </a:solidFill>
            </a:endParaRPr>
          </a:p>
        </p:txBody>
      </p:sp>
      <p:sp>
        <p:nvSpPr>
          <p:cNvPr id="10" name="Marcador de pie de página 4">
            <a:extLst>
              <a:ext uri="{FF2B5EF4-FFF2-40B4-BE49-F238E27FC236}">
                <a16:creationId xmlns:a16="http://schemas.microsoft.com/office/drawing/2014/main" id="{E9F77D95-7E8B-48BA-B550-76A5C297F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</p:spPr>
        <p:txBody>
          <a:bodyPr rtlCol="0"/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11" name="Marcador de número de diapositiva 5">
            <a:extLst>
              <a:ext uri="{FF2B5EF4-FFF2-40B4-BE49-F238E27FC236}">
                <a16:creationId xmlns:a16="http://schemas.microsoft.com/office/drawing/2014/main" id="{5510D382-212F-47D7-A76F-181F22622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</p:spPr>
        <p:txBody>
          <a:bodyPr rtlCol="0"/>
          <a:lstStyle>
            <a:defPPr>
              <a:defRPr lang="es-ES"/>
            </a:def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fld id="{D39607A7-8386-47DB-8578-DDEDD194E5D4}" type="slidenum">
              <a:rPr kumimoji="0" lang="es-ES" sz="1000" b="0" i="0" u="none" strike="noStrike" kern="1200" cap="all" spc="300" normalizeH="0" baseline="0" noProof="0" smtClean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lang="es-ES"/>
              </a:pPr>
              <a:t>‹Nº›</a:t>
            </a:fld>
            <a:endParaRPr kumimoji="0" lang="es-E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B2C7C83-D77B-1EFF-5877-DB5DF792E8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1163" y="548640"/>
            <a:ext cx="11109674" cy="574929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028186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ítul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29798E-90C4-48E6-B39B-37FF65347AB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197100" y="1079500"/>
            <a:ext cx="7797799" cy="2138400"/>
          </a:xfrm>
        </p:spPr>
        <p:txBody>
          <a:bodyPr rtlCol="0" anchor="b">
            <a:normAutofit/>
          </a:bodyPr>
          <a:lstStyle>
            <a:lvl1pPr algn="ctr">
              <a:defRPr lang="es-ES" sz="28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3D95C8C-0A7F-40D9-A690-3D5898EFFE8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08350" y="4113213"/>
            <a:ext cx="5575300" cy="1655762"/>
          </a:xfrm>
        </p:spPr>
        <p:txBody>
          <a:bodyPr rtlCol="0"/>
          <a:lstStyle>
            <a:lvl1pPr marL="0" indent="0" algn="ctr">
              <a:buNone/>
              <a:defRPr lang="es-ES" sz="2400" i="1"/>
            </a:lvl1pPr>
            <a:lvl2pPr marL="457200" indent="0" algn="ctr">
              <a:buNone/>
              <a:defRPr lang="es-ES" sz="2000"/>
            </a:lvl2pPr>
            <a:lvl3pPr marL="914400" indent="0" algn="ctr">
              <a:buNone/>
              <a:defRPr lang="es-ES" sz="1800"/>
            </a:lvl3pPr>
            <a:lvl4pPr marL="1371600" indent="0" algn="ctr">
              <a:buNone/>
              <a:defRPr lang="es-ES" sz="1600"/>
            </a:lvl4pPr>
            <a:lvl5pPr marL="1828800" indent="0" algn="ctr">
              <a:buNone/>
              <a:defRPr lang="es-ES" sz="1600"/>
            </a:lvl5pPr>
            <a:lvl6pPr marL="2286000" indent="0" algn="ctr">
              <a:buNone/>
              <a:defRPr lang="es-ES" sz="1600"/>
            </a:lvl6pPr>
            <a:lvl7pPr marL="2743200" indent="0" algn="ctr">
              <a:buNone/>
              <a:defRPr lang="es-ES" sz="1600"/>
            </a:lvl7pPr>
            <a:lvl8pPr marL="3200400" indent="0" algn="ctr">
              <a:buNone/>
              <a:defRPr lang="es-ES" sz="1600"/>
            </a:lvl8pPr>
            <a:lvl9pPr marL="3657600" indent="0" algn="ctr">
              <a:buNone/>
              <a:defRPr lang="es-ES" sz="1600"/>
            </a:lvl9pPr>
          </a:lstStyle>
          <a:p>
            <a:pPr rtl="0"/>
            <a:r>
              <a:rPr lang="es-ES"/>
              <a:t>Haga clic para agregar un subtítulo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D1322F3-E47A-4D6E-96A8-AB5C73BA99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37BF5CE-9E66-4FD5-949F-34E11607C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EEDAB7A-4032-416A-B04E-1F4878912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  <a:prstGeom prst="rect">
            <a:avLst/>
          </a:prstGeom>
        </p:spPr>
        <p:txBody>
          <a:bodyPr rtlCol="0"/>
          <a:lstStyle>
            <a:defPPr>
              <a:defRPr lang="es-ES"/>
            </a:defPPr>
          </a:lstStyle>
          <a:p>
            <a:pPr rtl="0"/>
            <a:fld id="{D39607A7-8386-47DB-8578-DDEDD194E5D4}" type="slidenum">
              <a:rPr lang="es-ES" smtClean="0"/>
              <a:pPr rtl="0"/>
              <a:t>‹Nº›</a:t>
            </a:fld>
            <a:endParaRPr lang="es-ES" dirty="0"/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701C0CAB-6A03-4C6A-9FAA-219847753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826000" y="3690871"/>
            <a:ext cx="5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Grupo 19">
            <a:extLst>
              <a:ext uri="{FF2B5EF4-FFF2-40B4-BE49-F238E27FC236}">
                <a16:creationId xmlns:a16="http://schemas.microsoft.com/office/drawing/2014/main" id="{F982E0B2-AA9C-441C-A08E-A9DF9CF12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840244" y="4869342"/>
            <a:ext cx="1623711" cy="630920"/>
            <a:chOff x="9588346" y="4824892"/>
            <a:chExt cx="1623711" cy="630920"/>
          </a:xfrm>
        </p:grpSpPr>
        <p:sp>
          <p:nvSpPr>
            <p:cNvPr id="16" name="Forma libre: Forma 15">
              <a:extLst>
                <a:ext uri="{FF2B5EF4-FFF2-40B4-BE49-F238E27FC236}">
                  <a16:creationId xmlns:a16="http://schemas.microsoft.com/office/drawing/2014/main" id="{A4A2E074-C10D-4C57-AB72-B631E4D77102}"/>
                </a:ext>
              </a:extLst>
            </p:cNvPr>
            <p:cNvSpPr/>
            <p:nvPr/>
          </p:nvSpPr>
          <p:spPr>
            <a:xfrm rot="2700000" flipH="1">
              <a:off x="10267789" y="4452443"/>
              <a:ext cx="571820" cy="1316717"/>
            </a:xfrm>
            <a:custGeom>
              <a:avLst/>
              <a:gdLst>
                <a:gd name="connsiteX0" fmla="*/ 282417 w 571820"/>
                <a:gd name="connsiteY0" fmla="*/ 0 h 1316717"/>
                <a:gd name="connsiteX1" fmla="*/ 285910 w 571820"/>
                <a:gd name="connsiteY1" fmla="*/ 3175 h 1316717"/>
                <a:gd name="connsiteX2" fmla="*/ 287393 w 571820"/>
                <a:gd name="connsiteY2" fmla="*/ 1827 h 1316717"/>
                <a:gd name="connsiteX3" fmla="*/ 289403 w 571820"/>
                <a:gd name="connsiteY3" fmla="*/ 0 h 1316717"/>
                <a:gd name="connsiteX4" fmla="*/ 289403 w 571820"/>
                <a:gd name="connsiteY4" fmla="*/ 6349 h 1316717"/>
                <a:gd name="connsiteX5" fmla="*/ 309203 w 571820"/>
                <a:gd name="connsiteY5" fmla="*/ 24345 h 1316717"/>
                <a:gd name="connsiteX6" fmla="*/ 571820 w 571820"/>
                <a:gd name="connsiteY6" fmla="*/ 658359 h 1316717"/>
                <a:gd name="connsiteX7" fmla="*/ 309203 w 571820"/>
                <a:gd name="connsiteY7" fmla="*/ 1292372 h 1316717"/>
                <a:gd name="connsiteX8" fmla="*/ 289403 w 571820"/>
                <a:gd name="connsiteY8" fmla="*/ 1310368 h 1316717"/>
                <a:gd name="connsiteX9" fmla="*/ 289403 w 571820"/>
                <a:gd name="connsiteY9" fmla="*/ 1316717 h 1316717"/>
                <a:gd name="connsiteX10" fmla="*/ 287393 w 571820"/>
                <a:gd name="connsiteY10" fmla="*/ 1314890 h 1316717"/>
                <a:gd name="connsiteX11" fmla="*/ 285910 w 571820"/>
                <a:gd name="connsiteY11" fmla="*/ 1313542 h 1316717"/>
                <a:gd name="connsiteX12" fmla="*/ 282417 w 571820"/>
                <a:gd name="connsiteY12" fmla="*/ 1316717 h 1316717"/>
                <a:gd name="connsiteX13" fmla="*/ 282417 w 571820"/>
                <a:gd name="connsiteY13" fmla="*/ 1310367 h 1316717"/>
                <a:gd name="connsiteX14" fmla="*/ 262617 w 571820"/>
                <a:gd name="connsiteY14" fmla="*/ 1292372 h 1316717"/>
                <a:gd name="connsiteX15" fmla="*/ 0 w 571820"/>
                <a:gd name="connsiteY15" fmla="*/ 658358 h 1316717"/>
                <a:gd name="connsiteX16" fmla="*/ 262617 w 571820"/>
                <a:gd name="connsiteY16" fmla="*/ 24345 h 1316717"/>
                <a:gd name="connsiteX17" fmla="*/ 282417 w 571820"/>
                <a:gd name="connsiteY17" fmla="*/ 6349 h 1316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71820" h="1316717">
                  <a:moveTo>
                    <a:pt x="282417" y="0"/>
                  </a:moveTo>
                  <a:lnTo>
                    <a:pt x="285910" y="3175"/>
                  </a:lnTo>
                  <a:lnTo>
                    <a:pt x="287393" y="1827"/>
                  </a:lnTo>
                  <a:lnTo>
                    <a:pt x="289403" y="0"/>
                  </a:lnTo>
                  <a:lnTo>
                    <a:pt x="289403" y="6349"/>
                  </a:lnTo>
                  <a:lnTo>
                    <a:pt x="309203" y="24345"/>
                  </a:lnTo>
                  <a:cubicBezTo>
                    <a:pt x="471461" y="186603"/>
                    <a:pt x="571820" y="410761"/>
                    <a:pt x="571820" y="658359"/>
                  </a:cubicBezTo>
                  <a:cubicBezTo>
                    <a:pt x="571820" y="905956"/>
                    <a:pt x="471461" y="1130114"/>
                    <a:pt x="309203" y="1292372"/>
                  </a:cubicBezTo>
                  <a:lnTo>
                    <a:pt x="289403" y="1310368"/>
                  </a:lnTo>
                  <a:lnTo>
                    <a:pt x="289403" y="1316717"/>
                  </a:lnTo>
                  <a:lnTo>
                    <a:pt x="287393" y="1314890"/>
                  </a:lnTo>
                  <a:lnTo>
                    <a:pt x="285910" y="1313542"/>
                  </a:lnTo>
                  <a:lnTo>
                    <a:pt x="282417" y="1316717"/>
                  </a:lnTo>
                  <a:lnTo>
                    <a:pt x="282417" y="1310367"/>
                  </a:lnTo>
                  <a:lnTo>
                    <a:pt x="262617" y="1292372"/>
                  </a:lnTo>
                  <a:cubicBezTo>
                    <a:pt x="100359" y="1130113"/>
                    <a:pt x="0" y="905956"/>
                    <a:pt x="0" y="658358"/>
                  </a:cubicBezTo>
                  <a:cubicBezTo>
                    <a:pt x="0" y="410761"/>
                    <a:pt x="100359" y="186603"/>
                    <a:pt x="262617" y="24345"/>
                  </a:cubicBezTo>
                  <a:lnTo>
                    <a:pt x="282417" y="6349"/>
                  </a:lnTo>
                  <a:close/>
                </a:path>
              </a:pathLst>
            </a:custGeom>
            <a:solidFill>
              <a:schemeClr val="accent4">
                <a:alpha val="4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0B037EB3-1772-4BA8-A95A-E5DBDFEA32B0}"/>
                </a:ext>
              </a:extLst>
            </p:cNvPr>
            <p:cNvGrpSpPr/>
            <p:nvPr/>
          </p:nvGrpSpPr>
          <p:grpSpPr>
            <a:xfrm rot="2700000" flipH="1">
              <a:off x="10112436" y="4359902"/>
              <a:ext cx="571820" cy="1620000"/>
              <a:chOff x="8482785" y="4330454"/>
              <a:chExt cx="571820" cy="1620000"/>
            </a:xfrm>
          </p:grpSpPr>
          <p:sp>
            <p:nvSpPr>
              <p:cNvPr id="18" name="Forma libre: Forma 17">
                <a:extLst>
                  <a:ext uri="{FF2B5EF4-FFF2-40B4-BE49-F238E27FC236}">
                    <a16:creationId xmlns:a16="http://schemas.microsoft.com/office/drawing/2014/main" id="{A1F47AC1-63D0-47F3-9728-1A0A0543494B}"/>
                  </a:ext>
                </a:extLst>
              </p:cNvPr>
              <p:cNvSpPr/>
              <p:nvPr/>
            </p:nvSpPr>
            <p:spPr>
              <a:xfrm>
                <a:off x="8482785" y="4333632"/>
                <a:ext cx="571820" cy="1311956"/>
              </a:xfrm>
              <a:custGeom>
                <a:avLst/>
                <a:gdLst>
                  <a:gd name="connsiteX0" fmla="*/ 282417 w 571820"/>
                  <a:gd name="connsiteY0" fmla="*/ 0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289403 w 571820"/>
                  <a:gd name="connsiteY4" fmla="*/ 6349 h 1316717"/>
                  <a:gd name="connsiteX5" fmla="*/ 309203 w 571820"/>
                  <a:gd name="connsiteY5" fmla="*/ 24345 h 1316717"/>
                  <a:gd name="connsiteX6" fmla="*/ 571820 w 571820"/>
                  <a:gd name="connsiteY6" fmla="*/ 658359 h 1316717"/>
                  <a:gd name="connsiteX7" fmla="*/ 309203 w 571820"/>
                  <a:gd name="connsiteY7" fmla="*/ 1292372 h 1316717"/>
                  <a:gd name="connsiteX8" fmla="*/ 289403 w 571820"/>
                  <a:gd name="connsiteY8" fmla="*/ 1310368 h 1316717"/>
                  <a:gd name="connsiteX9" fmla="*/ 289403 w 571820"/>
                  <a:gd name="connsiteY9" fmla="*/ 1316717 h 1316717"/>
                  <a:gd name="connsiteX10" fmla="*/ 287393 w 571820"/>
                  <a:gd name="connsiteY10" fmla="*/ 1314890 h 1316717"/>
                  <a:gd name="connsiteX11" fmla="*/ 285910 w 571820"/>
                  <a:gd name="connsiteY11" fmla="*/ 1313542 h 1316717"/>
                  <a:gd name="connsiteX12" fmla="*/ 282417 w 571820"/>
                  <a:gd name="connsiteY12" fmla="*/ 1316717 h 1316717"/>
                  <a:gd name="connsiteX13" fmla="*/ 282417 w 571820"/>
                  <a:gd name="connsiteY13" fmla="*/ 1310367 h 1316717"/>
                  <a:gd name="connsiteX14" fmla="*/ 262617 w 571820"/>
                  <a:gd name="connsiteY14" fmla="*/ 1292372 h 1316717"/>
                  <a:gd name="connsiteX15" fmla="*/ 0 w 571820"/>
                  <a:gd name="connsiteY15" fmla="*/ 658358 h 1316717"/>
                  <a:gd name="connsiteX16" fmla="*/ 262617 w 571820"/>
                  <a:gd name="connsiteY16" fmla="*/ 24345 h 1316717"/>
                  <a:gd name="connsiteX17" fmla="*/ 282417 w 571820"/>
                  <a:gd name="connsiteY17" fmla="*/ 6349 h 1316717"/>
                  <a:gd name="connsiteX0" fmla="*/ 282417 w 571820"/>
                  <a:gd name="connsiteY0" fmla="*/ 6349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289403 w 571820"/>
                  <a:gd name="connsiteY4" fmla="*/ 6349 h 1316717"/>
                  <a:gd name="connsiteX5" fmla="*/ 309203 w 571820"/>
                  <a:gd name="connsiteY5" fmla="*/ 24345 h 1316717"/>
                  <a:gd name="connsiteX6" fmla="*/ 571820 w 571820"/>
                  <a:gd name="connsiteY6" fmla="*/ 658359 h 1316717"/>
                  <a:gd name="connsiteX7" fmla="*/ 309203 w 571820"/>
                  <a:gd name="connsiteY7" fmla="*/ 1292372 h 1316717"/>
                  <a:gd name="connsiteX8" fmla="*/ 289403 w 571820"/>
                  <a:gd name="connsiteY8" fmla="*/ 1310368 h 1316717"/>
                  <a:gd name="connsiteX9" fmla="*/ 289403 w 571820"/>
                  <a:gd name="connsiteY9" fmla="*/ 1316717 h 1316717"/>
                  <a:gd name="connsiteX10" fmla="*/ 287393 w 571820"/>
                  <a:gd name="connsiteY10" fmla="*/ 1314890 h 1316717"/>
                  <a:gd name="connsiteX11" fmla="*/ 285910 w 571820"/>
                  <a:gd name="connsiteY11" fmla="*/ 1313542 h 1316717"/>
                  <a:gd name="connsiteX12" fmla="*/ 282417 w 571820"/>
                  <a:gd name="connsiteY12" fmla="*/ 1316717 h 1316717"/>
                  <a:gd name="connsiteX13" fmla="*/ 282417 w 571820"/>
                  <a:gd name="connsiteY13" fmla="*/ 1310367 h 1316717"/>
                  <a:gd name="connsiteX14" fmla="*/ 262617 w 571820"/>
                  <a:gd name="connsiteY14" fmla="*/ 1292372 h 1316717"/>
                  <a:gd name="connsiteX15" fmla="*/ 0 w 571820"/>
                  <a:gd name="connsiteY15" fmla="*/ 658358 h 1316717"/>
                  <a:gd name="connsiteX16" fmla="*/ 262617 w 571820"/>
                  <a:gd name="connsiteY16" fmla="*/ 24345 h 1316717"/>
                  <a:gd name="connsiteX17" fmla="*/ 282417 w 571820"/>
                  <a:gd name="connsiteY17" fmla="*/ 6349 h 1316717"/>
                  <a:gd name="connsiteX0" fmla="*/ 262617 w 571820"/>
                  <a:gd name="connsiteY0" fmla="*/ 24345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289403 w 571820"/>
                  <a:gd name="connsiteY4" fmla="*/ 6349 h 1316717"/>
                  <a:gd name="connsiteX5" fmla="*/ 309203 w 571820"/>
                  <a:gd name="connsiteY5" fmla="*/ 24345 h 1316717"/>
                  <a:gd name="connsiteX6" fmla="*/ 571820 w 571820"/>
                  <a:gd name="connsiteY6" fmla="*/ 658359 h 1316717"/>
                  <a:gd name="connsiteX7" fmla="*/ 309203 w 571820"/>
                  <a:gd name="connsiteY7" fmla="*/ 1292372 h 1316717"/>
                  <a:gd name="connsiteX8" fmla="*/ 289403 w 571820"/>
                  <a:gd name="connsiteY8" fmla="*/ 1310368 h 1316717"/>
                  <a:gd name="connsiteX9" fmla="*/ 289403 w 571820"/>
                  <a:gd name="connsiteY9" fmla="*/ 1316717 h 1316717"/>
                  <a:gd name="connsiteX10" fmla="*/ 287393 w 571820"/>
                  <a:gd name="connsiteY10" fmla="*/ 1314890 h 1316717"/>
                  <a:gd name="connsiteX11" fmla="*/ 285910 w 571820"/>
                  <a:gd name="connsiteY11" fmla="*/ 1313542 h 1316717"/>
                  <a:gd name="connsiteX12" fmla="*/ 282417 w 571820"/>
                  <a:gd name="connsiteY12" fmla="*/ 1316717 h 1316717"/>
                  <a:gd name="connsiteX13" fmla="*/ 282417 w 571820"/>
                  <a:gd name="connsiteY13" fmla="*/ 1310367 h 1316717"/>
                  <a:gd name="connsiteX14" fmla="*/ 262617 w 571820"/>
                  <a:gd name="connsiteY14" fmla="*/ 1292372 h 1316717"/>
                  <a:gd name="connsiteX15" fmla="*/ 0 w 571820"/>
                  <a:gd name="connsiteY15" fmla="*/ 658358 h 1316717"/>
                  <a:gd name="connsiteX16" fmla="*/ 262617 w 571820"/>
                  <a:gd name="connsiteY16" fmla="*/ 24345 h 1316717"/>
                  <a:gd name="connsiteX0" fmla="*/ 262617 w 571820"/>
                  <a:gd name="connsiteY0" fmla="*/ 24345 h 1316717"/>
                  <a:gd name="connsiteX1" fmla="*/ 285910 w 571820"/>
                  <a:gd name="connsiteY1" fmla="*/ 3175 h 1316717"/>
                  <a:gd name="connsiteX2" fmla="*/ 287393 w 571820"/>
                  <a:gd name="connsiteY2" fmla="*/ 1827 h 1316717"/>
                  <a:gd name="connsiteX3" fmla="*/ 289403 w 571820"/>
                  <a:gd name="connsiteY3" fmla="*/ 0 h 1316717"/>
                  <a:gd name="connsiteX4" fmla="*/ 309203 w 571820"/>
                  <a:gd name="connsiteY4" fmla="*/ 24345 h 1316717"/>
                  <a:gd name="connsiteX5" fmla="*/ 571820 w 571820"/>
                  <a:gd name="connsiteY5" fmla="*/ 658359 h 1316717"/>
                  <a:gd name="connsiteX6" fmla="*/ 309203 w 571820"/>
                  <a:gd name="connsiteY6" fmla="*/ 1292372 h 1316717"/>
                  <a:gd name="connsiteX7" fmla="*/ 289403 w 571820"/>
                  <a:gd name="connsiteY7" fmla="*/ 1310368 h 1316717"/>
                  <a:gd name="connsiteX8" fmla="*/ 289403 w 571820"/>
                  <a:gd name="connsiteY8" fmla="*/ 1316717 h 1316717"/>
                  <a:gd name="connsiteX9" fmla="*/ 287393 w 571820"/>
                  <a:gd name="connsiteY9" fmla="*/ 1314890 h 1316717"/>
                  <a:gd name="connsiteX10" fmla="*/ 285910 w 571820"/>
                  <a:gd name="connsiteY10" fmla="*/ 1313542 h 1316717"/>
                  <a:gd name="connsiteX11" fmla="*/ 282417 w 571820"/>
                  <a:gd name="connsiteY11" fmla="*/ 1316717 h 1316717"/>
                  <a:gd name="connsiteX12" fmla="*/ 282417 w 571820"/>
                  <a:gd name="connsiteY12" fmla="*/ 1310367 h 1316717"/>
                  <a:gd name="connsiteX13" fmla="*/ 262617 w 571820"/>
                  <a:gd name="connsiteY13" fmla="*/ 1292372 h 1316717"/>
                  <a:gd name="connsiteX14" fmla="*/ 0 w 571820"/>
                  <a:gd name="connsiteY14" fmla="*/ 658358 h 1316717"/>
                  <a:gd name="connsiteX15" fmla="*/ 262617 w 571820"/>
                  <a:gd name="connsiteY15" fmla="*/ 24345 h 1316717"/>
                  <a:gd name="connsiteX0" fmla="*/ 262617 w 571820"/>
                  <a:gd name="connsiteY0" fmla="*/ 22518 h 1314890"/>
                  <a:gd name="connsiteX1" fmla="*/ 285910 w 571820"/>
                  <a:gd name="connsiteY1" fmla="*/ 1348 h 1314890"/>
                  <a:gd name="connsiteX2" fmla="*/ 287393 w 571820"/>
                  <a:gd name="connsiteY2" fmla="*/ 0 h 1314890"/>
                  <a:gd name="connsiteX3" fmla="*/ 309203 w 571820"/>
                  <a:gd name="connsiteY3" fmla="*/ 22518 h 1314890"/>
                  <a:gd name="connsiteX4" fmla="*/ 571820 w 571820"/>
                  <a:gd name="connsiteY4" fmla="*/ 656532 h 1314890"/>
                  <a:gd name="connsiteX5" fmla="*/ 309203 w 571820"/>
                  <a:gd name="connsiteY5" fmla="*/ 1290545 h 1314890"/>
                  <a:gd name="connsiteX6" fmla="*/ 289403 w 571820"/>
                  <a:gd name="connsiteY6" fmla="*/ 1308541 h 1314890"/>
                  <a:gd name="connsiteX7" fmla="*/ 289403 w 571820"/>
                  <a:gd name="connsiteY7" fmla="*/ 1314890 h 1314890"/>
                  <a:gd name="connsiteX8" fmla="*/ 287393 w 571820"/>
                  <a:gd name="connsiteY8" fmla="*/ 1313063 h 1314890"/>
                  <a:gd name="connsiteX9" fmla="*/ 285910 w 571820"/>
                  <a:gd name="connsiteY9" fmla="*/ 1311715 h 1314890"/>
                  <a:gd name="connsiteX10" fmla="*/ 282417 w 571820"/>
                  <a:gd name="connsiteY10" fmla="*/ 1314890 h 1314890"/>
                  <a:gd name="connsiteX11" fmla="*/ 282417 w 571820"/>
                  <a:gd name="connsiteY11" fmla="*/ 1308540 h 1314890"/>
                  <a:gd name="connsiteX12" fmla="*/ 262617 w 571820"/>
                  <a:gd name="connsiteY12" fmla="*/ 1290545 h 1314890"/>
                  <a:gd name="connsiteX13" fmla="*/ 0 w 571820"/>
                  <a:gd name="connsiteY13" fmla="*/ 656531 h 1314890"/>
                  <a:gd name="connsiteX14" fmla="*/ 262617 w 571820"/>
                  <a:gd name="connsiteY14" fmla="*/ 22518 h 1314890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85910 w 571820"/>
                  <a:gd name="connsiteY8" fmla="*/ 1310367 h 1313542"/>
                  <a:gd name="connsiteX9" fmla="*/ 282417 w 571820"/>
                  <a:gd name="connsiteY9" fmla="*/ 1313542 h 1313542"/>
                  <a:gd name="connsiteX10" fmla="*/ 282417 w 571820"/>
                  <a:gd name="connsiteY10" fmla="*/ 1307192 h 1313542"/>
                  <a:gd name="connsiteX11" fmla="*/ 262617 w 571820"/>
                  <a:gd name="connsiteY11" fmla="*/ 1289197 h 1313542"/>
                  <a:gd name="connsiteX12" fmla="*/ 0 w 571820"/>
                  <a:gd name="connsiteY12" fmla="*/ 655183 h 1313542"/>
                  <a:gd name="connsiteX13" fmla="*/ 262617 w 571820"/>
                  <a:gd name="connsiteY13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85910 w 571820"/>
                  <a:gd name="connsiteY8" fmla="*/ 1310367 h 1313542"/>
                  <a:gd name="connsiteX9" fmla="*/ 282417 w 571820"/>
                  <a:gd name="connsiteY9" fmla="*/ 1313542 h 1313542"/>
                  <a:gd name="connsiteX10" fmla="*/ 262617 w 571820"/>
                  <a:gd name="connsiteY10" fmla="*/ 1289197 h 1313542"/>
                  <a:gd name="connsiteX11" fmla="*/ 0 w 571820"/>
                  <a:gd name="connsiteY11" fmla="*/ 655183 h 1313542"/>
                  <a:gd name="connsiteX12" fmla="*/ 262617 w 571820"/>
                  <a:gd name="connsiteY12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85910 w 571820"/>
                  <a:gd name="connsiteY8" fmla="*/ 1310367 h 1313542"/>
                  <a:gd name="connsiteX9" fmla="*/ 262617 w 571820"/>
                  <a:gd name="connsiteY9" fmla="*/ 1289197 h 1313542"/>
                  <a:gd name="connsiteX10" fmla="*/ 0 w 571820"/>
                  <a:gd name="connsiteY10" fmla="*/ 655183 h 1313542"/>
                  <a:gd name="connsiteX11" fmla="*/ 262617 w 571820"/>
                  <a:gd name="connsiteY11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87393 w 571820"/>
                  <a:gd name="connsiteY7" fmla="*/ 1311715 h 1313542"/>
                  <a:gd name="connsiteX8" fmla="*/ 262617 w 571820"/>
                  <a:gd name="connsiteY8" fmla="*/ 1289197 h 1313542"/>
                  <a:gd name="connsiteX9" fmla="*/ 0 w 571820"/>
                  <a:gd name="connsiteY9" fmla="*/ 655183 h 1313542"/>
                  <a:gd name="connsiteX10" fmla="*/ 262617 w 571820"/>
                  <a:gd name="connsiteY10" fmla="*/ 21170 h 1313542"/>
                  <a:gd name="connsiteX0" fmla="*/ 262617 w 571820"/>
                  <a:gd name="connsiteY0" fmla="*/ 21170 h 1313542"/>
                  <a:gd name="connsiteX1" fmla="*/ 285910 w 571820"/>
                  <a:gd name="connsiteY1" fmla="*/ 0 h 1313542"/>
                  <a:gd name="connsiteX2" fmla="*/ 309203 w 571820"/>
                  <a:gd name="connsiteY2" fmla="*/ 21170 h 1313542"/>
                  <a:gd name="connsiteX3" fmla="*/ 571820 w 571820"/>
                  <a:gd name="connsiteY3" fmla="*/ 655184 h 1313542"/>
                  <a:gd name="connsiteX4" fmla="*/ 309203 w 571820"/>
                  <a:gd name="connsiteY4" fmla="*/ 1289197 h 1313542"/>
                  <a:gd name="connsiteX5" fmla="*/ 289403 w 571820"/>
                  <a:gd name="connsiteY5" fmla="*/ 1307193 h 1313542"/>
                  <a:gd name="connsiteX6" fmla="*/ 289403 w 571820"/>
                  <a:gd name="connsiteY6" fmla="*/ 1313542 h 1313542"/>
                  <a:gd name="connsiteX7" fmla="*/ 262617 w 571820"/>
                  <a:gd name="connsiteY7" fmla="*/ 1289197 h 1313542"/>
                  <a:gd name="connsiteX8" fmla="*/ 0 w 571820"/>
                  <a:gd name="connsiteY8" fmla="*/ 655183 h 1313542"/>
                  <a:gd name="connsiteX9" fmla="*/ 262617 w 571820"/>
                  <a:gd name="connsiteY9" fmla="*/ 21170 h 1313542"/>
                  <a:gd name="connsiteX0" fmla="*/ 262617 w 571820"/>
                  <a:gd name="connsiteY0" fmla="*/ 21170 h 1364739"/>
                  <a:gd name="connsiteX1" fmla="*/ 285910 w 571820"/>
                  <a:gd name="connsiteY1" fmla="*/ 0 h 1364739"/>
                  <a:gd name="connsiteX2" fmla="*/ 309203 w 571820"/>
                  <a:gd name="connsiteY2" fmla="*/ 21170 h 1364739"/>
                  <a:gd name="connsiteX3" fmla="*/ 571820 w 571820"/>
                  <a:gd name="connsiteY3" fmla="*/ 655184 h 1364739"/>
                  <a:gd name="connsiteX4" fmla="*/ 309203 w 571820"/>
                  <a:gd name="connsiteY4" fmla="*/ 1289197 h 1364739"/>
                  <a:gd name="connsiteX5" fmla="*/ 289403 w 571820"/>
                  <a:gd name="connsiteY5" fmla="*/ 1307193 h 1364739"/>
                  <a:gd name="connsiteX6" fmla="*/ 177485 w 571820"/>
                  <a:gd name="connsiteY6" fmla="*/ 1364739 h 1364739"/>
                  <a:gd name="connsiteX7" fmla="*/ 262617 w 571820"/>
                  <a:gd name="connsiteY7" fmla="*/ 1289197 h 1364739"/>
                  <a:gd name="connsiteX8" fmla="*/ 0 w 571820"/>
                  <a:gd name="connsiteY8" fmla="*/ 655183 h 1364739"/>
                  <a:gd name="connsiteX9" fmla="*/ 262617 w 571820"/>
                  <a:gd name="connsiteY9" fmla="*/ 21170 h 1364739"/>
                  <a:gd name="connsiteX0" fmla="*/ 262617 w 571820"/>
                  <a:gd name="connsiteY0" fmla="*/ 21170 h 1364739"/>
                  <a:gd name="connsiteX1" fmla="*/ 285910 w 571820"/>
                  <a:gd name="connsiteY1" fmla="*/ 0 h 1364739"/>
                  <a:gd name="connsiteX2" fmla="*/ 309203 w 571820"/>
                  <a:gd name="connsiteY2" fmla="*/ 21170 h 1364739"/>
                  <a:gd name="connsiteX3" fmla="*/ 571820 w 571820"/>
                  <a:gd name="connsiteY3" fmla="*/ 655184 h 1364739"/>
                  <a:gd name="connsiteX4" fmla="*/ 309203 w 571820"/>
                  <a:gd name="connsiteY4" fmla="*/ 1289197 h 1364739"/>
                  <a:gd name="connsiteX5" fmla="*/ 285832 w 571820"/>
                  <a:gd name="connsiteY5" fmla="*/ 1311956 h 1364739"/>
                  <a:gd name="connsiteX6" fmla="*/ 177485 w 571820"/>
                  <a:gd name="connsiteY6" fmla="*/ 1364739 h 1364739"/>
                  <a:gd name="connsiteX7" fmla="*/ 262617 w 571820"/>
                  <a:gd name="connsiteY7" fmla="*/ 1289197 h 1364739"/>
                  <a:gd name="connsiteX8" fmla="*/ 0 w 571820"/>
                  <a:gd name="connsiteY8" fmla="*/ 655183 h 1364739"/>
                  <a:gd name="connsiteX9" fmla="*/ 262617 w 571820"/>
                  <a:gd name="connsiteY9" fmla="*/ 21170 h 1364739"/>
                  <a:gd name="connsiteX0" fmla="*/ 262617 w 571820"/>
                  <a:gd name="connsiteY0" fmla="*/ 21170 h 1311956"/>
                  <a:gd name="connsiteX1" fmla="*/ 285910 w 571820"/>
                  <a:gd name="connsiteY1" fmla="*/ 0 h 1311956"/>
                  <a:gd name="connsiteX2" fmla="*/ 309203 w 571820"/>
                  <a:gd name="connsiteY2" fmla="*/ 21170 h 1311956"/>
                  <a:gd name="connsiteX3" fmla="*/ 571820 w 571820"/>
                  <a:gd name="connsiteY3" fmla="*/ 655184 h 1311956"/>
                  <a:gd name="connsiteX4" fmla="*/ 309203 w 571820"/>
                  <a:gd name="connsiteY4" fmla="*/ 1289197 h 1311956"/>
                  <a:gd name="connsiteX5" fmla="*/ 285832 w 571820"/>
                  <a:gd name="connsiteY5" fmla="*/ 1311956 h 1311956"/>
                  <a:gd name="connsiteX6" fmla="*/ 262617 w 571820"/>
                  <a:gd name="connsiteY6" fmla="*/ 1289197 h 1311956"/>
                  <a:gd name="connsiteX7" fmla="*/ 0 w 571820"/>
                  <a:gd name="connsiteY7" fmla="*/ 655183 h 1311956"/>
                  <a:gd name="connsiteX8" fmla="*/ 262617 w 571820"/>
                  <a:gd name="connsiteY8" fmla="*/ 21170 h 1311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71820" h="1311956">
                    <a:moveTo>
                      <a:pt x="262617" y="21170"/>
                    </a:moveTo>
                    <a:lnTo>
                      <a:pt x="285910" y="0"/>
                    </a:lnTo>
                    <a:lnTo>
                      <a:pt x="309203" y="21170"/>
                    </a:lnTo>
                    <a:cubicBezTo>
                      <a:pt x="471461" y="183428"/>
                      <a:pt x="571820" y="407586"/>
                      <a:pt x="571820" y="655184"/>
                    </a:cubicBezTo>
                    <a:cubicBezTo>
                      <a:pt x="571820" y="902781"/>
                      <a:pt x="471461" y="1126939"/>
                      <a:pt x="309203" y="1289197"/>
                    </a:cubicBezTo>
                    <a:lnTo>
                      <a:pt x="285832" y="1311956"/>
                    </a:lnTo>
                    <a:lnTo>
                      <a:pt x="262617" y="1289197"/>
                    </a:lnTo>
                    <a:cubicBezTo>
                      <a:pt x="100359" y="1126938"/>
                      <a:pt x="0" y="902781"/>
                      <a:pt x="0" y="655183"/>
                    </a:cubicBezTo>
                    <a:cubicBezTo>
                      <a:pt x="0" y="407586"/>
                      <a:pt x="100359" y="183428"/>
                      <a:pt x="262617" y="21170"/>
                    </a:cubicBezTo>
                    <a:close/>
                  </a:path>
                </a:pathLst>
              </a:cu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9" name="Conector recto 18">
                <a:extLst>
                  <a:ext uri="{FF2B5EF4-FFF2-40B4-BE49-F238E27FC236}">
                    <a16:creationId xmlns:a16="http://schemas.microsoft.com/office/drawing/2014/main" id="{803A57D6-0C36-4560-A08A-16768551EF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68695" y="4330454"/>
                <a:ext cx="0" cy="162000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976083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2 column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55FC5AD6-5EA9-4D31-BA29-EE3AABE223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6800" y="777244"/>
            <a:ext cx="10058400" cy="1097280"/>
          </a:xfrm>
        </p:spPr>
        <p:txBody>
          <a:bodyPr wrap="square" rtlCol="0" anchor="ctr" anchorCtr="0">
            <a:normAutofit/>
          </a:bodyPr>
          <a:lstStyle>
            <a:lvl1pPr algn="ctr">
              <a:defRPr lang="es-ES"/>
            </a:lvl1pPr>
          </a:lstStyle>
          <a:p>
            <a:pPr algn="ctr" rtl="0"/>
            <a:r>
              <a:rPr lang="es-ES"/>
              <a:t>Haga clic para agregar un título</a:t>
            </a: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51664AFF-309D-433B-B3F0-84A98A207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819649" y="2057404"/>
            <a:ext cx="5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Marcador de contenido 3">
            <a:extLst>
              <a:ext uri="{FF2B5EF4-FFF2-40B4-BE49-F238E27FC236}">
                <a16:creationId xmlns:a16="http://schemas.microsoft.com/office/drawing/2014/main" id="{F2B970E0-2BF6-DE0A-33F2-E136830CC0F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1664443" y="2484712"/>
            <a:ext cx="4360507" cy="3605420"/>
          </a:xfrm>
        </p:spPr>
        <p:txBody>
          <a:bodyPr rtlCol="0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lang="es-ES" sz="1800" i="0"/>
            </a:lvl1pPr>
            <a:lvl2pPr marL="285750" indent="-285750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Wingdings" panose="05000000000000000000" pitchFamily="2" charset="2"/>
              <a:buChar char=""/>
              <a:defRPr lang="es-ES" sz="1800" i="0"/>
            </a:lvl2pPr>
            <a:lvl3pPr marL="685800" indent="-283464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Wingdings" panose="05000000000000000000" pitchFamily="2" charset="2"/>
              <a:buChar char=""/>
              <a:defRPr lang="es-ES" sz="1800" i="0"/>
            </a:lvl3pPr>
            <a:lvl4pPr marL="685800">
              <a:lnSpc>
                <a:spcPct val="100000"/>
              </a:lnSpc>
              <a:spcBef>
                <a:spcPts val="1000"/>
              </a:spcBef>
              <a:defRPr lang="es-ES" sz="1800" i="0"/>
            </a:lvl4pPr>
            <a:lvl5pPr marL="1143000" indent="-283464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defRPr lang="es-ES" sz="1800" i="0"/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6" name="Marcador de contenido 3">
            <a:extLst>
              <a:ext uri="{FF2B5EF4-FFF2-40B4-BE49-F238E27FC236}">
                <a16:creationId xmlns:a16="http://schemas.microsoft.com/office/drawing/2014/main" id="{6418C0F6-1F2A-74E4-A6C4-914FE336632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359649" y="2493040"/>
            <a:ext cx="4360507" cy="3605420"/>
          </a:xfrm>
        </p:spPr>
        <p:txBody>
          <a:bodyPr rtlCol="0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lang="es-ES" sz="1800" i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Wingdings" panose="05000000000000000000" pitchFamily="2" charset="2"/>
              <a:buChar char=""/>
              <a:defRPr lang="es-ES" sz="1800" i="0"/>
            </a:lvl2pPr>
            <a:lvl3pPr marL="685800" indent="-283464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defRPr lang="es-ES" sz="1800" i="0"/>
            </a:lvl3pPr>
            <a:lvl4pPr marL="685800">
              <a:lnSpc>
                <a:spcPct val="100000"/>
              </a:lnSpc>
              <a:spcBef>
                <a:spcPts val="1000"/>
              </a:spcBef>
              <a:defRPr lang="es-ES" sz="1800" i="0"/>
            </a:lvl4pPr>
            <a:lvl5pPr marL="1143000" indent="-283464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defRPr lang="es-ES" sz="1800" i="0"/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9" name="Marcador de fecha 3">
            <a:extLst>
              <a:ext uri="{FF2B5EF4-FFF2-40B4-BE49-F238E27FC236}">
                <a16:creationId xmlns:a16="http://schemas.microsoft.com/office/drawing/2014/main" id="{85D87A86-18DB-4F48-991B-B96728C9E2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</p:spPr>
        <p:txBody>
          <a:bodyPr rtlCol="0"/>
          <a:lstStyle>
            <a:lvl1pPr>
              <a:defRPr lang="es-ES"/>
            </a:lvl1pPr>
          </a:lstStyle>
          <a:p>
            <a:pPr rtl="0">
              <a:defRPr lang="es-ES"/>
            </a:pPr>
            <a:r>
              <a:rPr lang="es-ES">
                <a:solidFill>
                  <a:prstClr val="white">
                    <a:alpha val="70000"/>
                  </a:prstClr>
                </a:solidFill>
              </a:rPr>
              <a:t>20XX</a:t>
            </a:r>
            <a:endParaRPr lang="es-ES" dirty="0">
              <a:solidFill>
                <a:prstClr val="white">
                  <a:alpha val="70000"/>
                </a:prstClr>
              </a:solidFill>
            </a:endParaRPr>
          </a:p>
        </p:txBody>
      </p:sp>
      <p:sp>
        <p:nvSpPr>
          <p:cNvPr id="10" name="Marcador de pie de página 4">
            <a:extLst>
              <a:ext uri="{FF2B5EF4-FFF2-40B4-BE49-F238E27FC236}">
                <a16:creationId xmlns:a16="http://schemas.microsoft.com/office/drawing/2014/main" id="{E9F77D95-7E8B-48BA-B550-76A5C297F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</p:spPr>
        <p:txBody>
          <a:bodyPr rtlCol="0"/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11" name="Marcador de número de diapositiva 5">
            <a:extLst>
              <a:ext uri="{FF2B5EF4-FFF2-40B4-BE49-F238E27FC236}">
                <a16:creationId xmlns:a16="http://schemas.microsoft.com/office/drawing/2014/main" id="{5510D382-212F-47D7-A76F-181F22622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</p:spPr>
        <p:txBody>
          <a:bodyPr rtlCol="0"/>
          <a:lstStyle>
            <a:defPPr>
              <a:defRPr lang="es-ES"/>
            </a:def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fld id="{D39607A7-8386-47DB-8578-DDEDD194E5D4}" type="slidenum">
              <a:rPr kumimoji="0" lang="es-ES" sz="1000" b="0" i="0" u="none" strike="noStrike" kern="1200" cap="all" spc="300" normalizeH="0" baseline="0" noProof="0" smtClean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lang="es-ES"/>
              </a:pPr>
              <a:t>‹Nº›</a:t>
            </a:fld>
            <a:endParaRPr kumimoji="0" lang="es-E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97ED942-AF2B-12D4-2ED4-570ACFD0F4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1163" y="548640"/>
            <a:ext cx="11109674" cy="574929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2398546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2 contenido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B7A45527-A259-1C6D-E8B4-514715484B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245608"/>
            <a:ext cx="12192000" cy="3612392"/>
          </a:xfrm>
          <a:prstGeom prst="rect">
            <a:avLst/>
          </a:prstGeom>
          <a:solidFill>
            <a:schemeClr val="bg1">
              <a:alpha val="2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alpha val="3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55FC5AD6-5EA9-4D31-BA29-EE3AABE223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" y="548640"/>
            <a:ext cx="3886200" cy="2304288"/>
          </a:xfrm>
        </p:spPr>
        <p:txBody>
          <a:bodyPr wrap="square" rtlCol="0" anchor="ctr" anchorCtr="0">
            <a:normAutofit/>
          </a:bodyPr>
          <a:lstStyle>
            <a:lvl1pPr algn="ctr">
              <a:defRPr lang="es-ES"/>
            </a:lvl1pPr>
          </a:lstStyle>
          <a:p>
            <a:pPr algn="ctr" rtl="0"/>
            <a:r>
              <a:rPr lang="es-ES"/>
              <a:t>Haga clic para agregar un título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E4ACBDB-D54B-994A-AD88-E89D37245FA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534660" y="548641"/>
            <a:ext cx="6130625" cy="2304288"/>
          </a:xfrm>
        </p:spPr>
        <p:txBody>
          <a:bodyPr rtlCol="0" anchor="ctr">
            <a:noAutofit/>
          </a:bodyPr>
          <a:lstStyle>
            <a:lvl1pPr marL="512064" indent="-512064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+mj-lt"/>
              <a:buAutoNum type="arabicPeriod"/>
              <a:defRPr lang="es-ES" sz="1800"/>
            </a:lvl1pPr>
            <a:lvl2pPr marL="702900" indent="-342900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+mj-lt"/>
              <a:buAutoNum type="arabicPeriod"/>
              <a:defRPr lang="es-ES" sz="1800"/>
            </a:lvl2pPr>
            <a:lvl3pPr marL="1139436" indent="-342900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+mj-lt"/>
              <a:buAutoNum type="arabicPeriod"/>
              <a:defRPr lang="es-ES" sz="1800"/>
            </a:lvl3pPr>
            <a:lvl4pPr marL="1422900" indent="-342900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+mj-lt"/>
              <a:buAutoNum type="arabicPeriod"/>
              <a:defRPr lang="es-ES" sz="1800"/>
            </a:lvl4pPr>
            <a:lvl5pPr marL="1859436" indent="-342900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+mj-lt"/>
              <a:buAutoNum type="arabicPeriod"/>
              <a:defRPr lang="es-ES" sz="1800"/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6" name="Marcador de contenido 3">
            <a:extLst>
              <a:ext uri="{FF2B5EF4-FFF2-40B4-BE49-F238E27FC236}">
                <a16:creationId xmlns:a16="http://schemas.microsoft.com/office/drawing/2014/main" id="{ED8447B1-F82E-026F-7FF0-7E95D361E7A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520387" y="3735238"/>
            <a:ext cx="6130625" cy="2574120"/>
          </a:xfrm>
        </p:spPr>
        <p:txBody>
          <a:bodyPr rtlCol="0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lang="es-ES" sz="180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Wingdings" panose="05000000000000000000" pitchFamily="2" charset="2"/>
              <a:buChar char=""/>
              <a:defRPr lang="es-ES" sz="1800" i="0"/>
            </a:lvl2pPr>
            <a:lvl3pPr marL="685800" indent="-283464">
              <a:lnSpc>
                <a:spcPct val="100000"/>
              </a:lnSpc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defRPr lang="es-ES" sz="1800" i="0"/>
            </a:lvl3pPr>
            <a:lvl4pPr marL="685800">
              <a:lnSpc>
                <a:spcPct val="100000"/>
              </a:lnSpc>
              <a:spcBef>
                <a:spcPts val="1000"/>
              </a:spcBef>
              <a:defRPr lang="es-ES" sz="1800" i="0"/>
            </a:lvl4pPr>
            <a:lvl5pPr indent="-283464">
              <a:defRPr lang="es-ES" sz="1600"/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</p:txBody>
      </p:sp>
      <p:sp>
        <p:nvSpPr>
          <p:cNvPr id="9" name="Marcador de fecha 3">
            <a:extLst>
              <a:ext uri="{FF2B5EF4-FFF2-40B4-BE49-F238E27FC236}">
                <a16:creationId xmlns:a16="http://schemas.microsoft.com/office/drawing/2014/main" id="{85D87A86-18DB-4F48-991B-B96728C9E2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</p:spPr>
        <p:txBody>
          <a:bodyPr rtlCol="0"/>
          <a:lstStyle>
            <a:lvl1pPr>
              <a:defRPr lang="es-ES"/>
            </a:lvl1pPr>
          </a:lstStyle>
          <a:p>
            <a:pPr rtl="0">
              <a:defRPr lang="es-ES"/>
            </a:pPr>
            <a:r>
              <a:rPr lang="es-ES">
                <a:solidFill>
                  <a:prstClr val="white">
                    <a:alpha val="70000"/>
                  </a:prstClr>
                </a:solidFill>
              </a:rPr>
              <a:t>20XX</a:t>
            </a:r>
            <a:endParaRPr lang="es-ES" dirty="0">
              <a:solidFill>
                <a:prstClr val="white">
                  <a:alpha val="70000"/>
                </a:prstClr>
              </a:solidFill>
            </a:endParaRPr>
          </a:p>
        </p:txBody>
      </p:sp>
      <p:sp>
        <p:nvSpPr>
          <p:cNvPr id="10" name="Marcador de pie de página 4">
            <a:extLst>
              <a:ext uri="{FF2B5EF4-FFF2-40B4-BE49-F238E27FC236}">
                <a16:creationId xmlns:a16="http://schemas.microsoft.com/office/drawing/2014/main" id="{E9F77D95-7E8B-48BA-B550-76A5C297F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</p:spPr>
        <p:txBody>
          <a:bodyPr rtlCol="0"/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11" name="Marcador de número de diapositiva 5">
            <a:extLst>
              <a:ext uri="{FF2B5EF4-FFF2-40B4-BE49-F238E27FC236}">
                <a16:creationId xmlns:a16="http://schemas.microsoft.com/office/drawing/2014/main" id="{5510D382-212F-47D7-A76F-181F22622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</p:spPr>
        <p:txBody>
          <a:bodyPr rtlCol="0"/>
          <a:lstStyle>
            <a:defPPr>
              <a:defRPr lang="es-ES"/>
            </a:def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fld id="{D39607A7-8386-47DB-8578-DDEDD194E5D4}" type="slidenum">
              <a:rPr kumimoji="0" lang="es-ES" sz="1000" b="0" i="0" u="none" strike="noStrike" kern="1200" cap="all" spc="300" normalizeH="0" baseline="0" noProof="0" smtClean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lang="es-ES"/>
              </a:pPr>
              <a:t>‹Nº›</a:t>
            </a:fld>
            <a:endParaRPr kumimoji="0" lang="es-E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cxnSp>
        <p:nvCxnSpPr>
          <p:cNvPr id="2" name="Conector recto 1">
            <a:extLst>
              <a:ext uri="{FF2B5EF4-FFF2-40B4-BE49-F238E27FC236}">
                <a16:creationId xmlns:a16="http://schemas.microsoft.com/office/drawing/2014/main" id="{C476BAB9-3D46-228B-0268-9918F15249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4714750" y="1691606"/>
            <a:ext cx="5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42522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ume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96745F42-F11E-4295-BA16-71120E66B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980706"/>
            <a:ext cx="12192000" cy="3877293"/>
          </a:xfrm>
          <a:prstGeom prst="rect">
            <a:avLst/>
          </a:prstGeom>
          <a:solidFill>
            <a:schemeClr val="bg1">
              <a:alpha val="2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alpha val="3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3036F7FC-6006-4472-BC70-30C283ABC1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988" y="540000"/>
            <a:ext cx="3884962" cy="2011680"/>
          </a:xfrm>
        </p:spPr>
        <p:txBody>
          <a:bodyPr rtlCol="0" anchor="ctr" anchorCtr="0"/>
          <a:lstStyle>
            <a:lvl1pPr algn="ctr">
              <a:defRPr lang="es-ES"/>
            </a:lvl1pPr>
          </a:lstStyle>
          <a:p>
            <a:pPr algn="ctr" rtl="0"/>
            <a:r>
              <a:rPr lang="es-ES"/>
              <a:t>Haga clic para agregar un título</a:t>
            </a: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3265A73B-104E-43C7-BBEC-C2B3D52E1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4714750" y="1545840"/>
            <a:ext cx="5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8FE0F1ED-567A-464B-A7AB-53B58F510B0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43552" y="540000"/>
            <a:ext cx="6107460" cy="2011680"/>
          </a:xfrm>
        </p:spPr>
        <p:txBody>
          <a:bodyPr rtlCol="0"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lang="es-ES" sz="1800"/>
            </a:lvl1pPr>
            <a:lvl2pPr>
              <a:defRPr lang="es-ES" sz="1800"/>
            </a:lvl2pPr>
            <a:lvl3pPr marL="720000" indent="0">
              <a:buNone/>
              <a:defRPr lang="es-ES" sz="1800"/>
            </a:lvl3pPr>
            <a:lvl4pPr>
              <a:defRPr lang="es-ES" sz="1800"/>
            </a:lvl4pPr>
            <a:lvl5pPr marL="1440000" indent="0">
              <a:buNone/>
              <a:defRPr lang="es-ES"/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</p:txBody>
      </p:sp>
      <p:sp>
        <p:nvSpPr>
          <p:cNvPr id="4" name="Marcador de posición de tabla 3">
            <a:extLst>
              <a:ext uri="{FF2B5EF4-FFF2-40B4-BE49-F238E27FC236}">
                <a16:creationId xmlns:a16="http://schemas.microsoft.com/office/drawing/2014/main" id="{EBDB4AB8-A251-1D19-89FE-D1E389DC72CE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540988" y="3487738"/>
            <a:ext cx="11110023" cy="2486025"/>
          </a:xfrm>
        </p:spPr>
        <p:txBody>
          <a:bodyPr rtlCol="0"/>
          <a:lstStyle>
            <a:lvl1pPr>
              <a:defRPr lang="es-ES"/>
            </a:lvl1pPr>
          </a:lstStyle>
          <a:p>
            <a:pPr rtl="0"/>
            <a:r>
              <a:rPr lang="es-ES"/>
              <a:t>Haga clic en el icono para insertar una tabla</a:t>
            </a:r>
          </a:p>
        </p:txBody>
      </p:sp>
      <p:sp>
        <p:nvSpPr>
          <p:cNvPr id="15" name="Marcador de fecha 3">
            <a:extLst>
              <a:ext uri="{FF2B5EF4-FFF2-40B4-BE49-F238E27FC236}">
                <a16:creationId xmlns:a16="http://schemas.microsoft.com/office/drawing/2014/main" id="{F23808ED-A697-419E-B2B9-925BC804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</p:spPr>
        <p:txBody>
          <a:bodyPr rtlCol="0"/>
          <a:lstStyle>
            <a:lvl1pPr>
              <a:defRPr lang="es-ES"/>
            </a:lvl1pPr>
          </a:lstStyle>
          <a:p>
            <a:pPr rtl="0">
              <a:defRPr lang="es-ES"/>
            </a:pPr>
            <a:r>
              <a:rPr lang="es-ES">
                <a:solidFill>
                  <a:prstClr val="white">
                    <a:alpha val="70000"/>
                  </a:prstClr>
                </a:solidFill>
              </a:rPr>
              <a:t>20XX</a:t>
            </a:r>
            <a:endParaRPr lang="es-ES" dirty="0">
              <a:solidFill>
                <a:prstClr val="white">
                  <a:alpha val="70000"/>
                </a:prstClr>
              </a:solidFill>
            </a:endParaRPr>
          </a:p>
        </p:txBody>
      </p:sp>
      <p:sp>
        <p:nvSpPr>
          <p:cNvPr id="16" name="Marcador de pie de página 4">
            <a:extLst>
              <a:ext uri="{FF2B5EF4-FFF2-40B4-BE49-F238E27FC236}">
                <a16:creationId xmlns:a16="http://schemas.microsoft.com/office/drawing/2014/main" id="{82CBC00E-8DBE-41F7-B5EC-A273F7184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</p:spPr>
        <p:txBody>
          <a:bodyPr rtlCol="0"/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17" name="Marcador de número de diapositiva 5">
            <a:extLst>
              <a:ext uri="{FF2B5EF4-FFF2-40B4-BE49-F238E27FC236}">
                <a16:creationId xmlns:a16="http://schemas.microsoft.com/office/drawing/2014/main" id="{EC8BA04E-DB40-4D07-9B73-37122A902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</p:spPr>
        <p:txBody>
          <a:bodyPr rtlCol="0"/>
          <a:lstStyle>
            <a:defPPr>
              <a:defRPr lang="es-ES"/>
            </a:def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fld id="{D39607A7-8386-47DB-8578-DDEDD194E5D4}" type="slidenum">
              <a:rPr kumimoji="0" lang="es-ES" sz="1000" b="0" i="0" u="none" strike="noStrike" kern="1200" cap="all" spc="300" normalizeH="0" baseline="0" noProof="0" smtClean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lang="es-ES"/>
              </a:pPr>
              <a:t>‹Nº›</a:t>
            </a:fld>
            <a:endParaRPr kumimoji="0" lang="es-E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2310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7580A73D-6706-8DB1-BAA5-9EC91EF6D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654794" y="0"/>
            <a:ext cx="5537206" cy="6858000"/>
          </a:xfrm>
          <a:prstGeom prst="rect">
            <a:avLst/>
          </a:prstGeom>
          <a:solidFill>
            <a:schemeClr val="bg1">
              <a:alpha val="2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alpha val="2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55FC5AD6-5EA9-4D31-BA29-EE3AABE223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1677" y="548640"/>
            <a:ext cx="4663440" cy="1371600"/>
          </a:xfrm>
        </p:spPr>
        <p:txBody>
          <a:bodyPr wrap="square" rtlCol="0" anchor="b" anchorCtr="0">
            <a:normAutofit/>
          </a:bodyPr>
          <a:lstStyle>
            <a:lvl1pPr algn="ctr">
              <a:defRPr lang="es-ES"/>
            </a:lvl1pPr>
          </a:lstStyle>
          <a:p>
            <a:pPr algn="ctr" rtl="0"/>
            <a:r>
              <a:rPr lang="es-ES"/>
              <a:t>Haga clic para agregar un título</a:t>
            </a:r>
          </a:p>
        </p:txBody>
      </p:sp>
      <p:sp>
        <p:nvSpPr>
          <p:cNvPr id="3" name="Marcador de contenido 3">
            <a:extLst>
              <a:ext uri="{FF2B5EF4-FFF2-40B4-BE49-F238E27FC236}">
                <a16:creationId xmlns:a16="http://schemas.microsoft.com/office/drawing/2014/main" id="{6A2E018F-B83F-5D9E-94F4-2B1C285CED1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548640" y="548640"/>
            <a:ext cx="5575300" cy="5656016"/>
          </a:xfrm>
        </p:spPr>
        <p:txBody>
          <a:bodyPr rtlCol="0">
            <a:noAutofit/>
          </a:bodyPr>
          <a:lstStyle>
            <a:lvl1pPr marL="283464" indent="-283464">
              <a:spcBef>
                <a:spcPts val="500"/>
              </a:spcBef>
              <a:defRPr lang="es-ES" sz="1800"/>
            </a:lvl1pPr>
            <a:lvl2pPr marL="283464">
              <a:spcBef>
                <a:spcPts val="500"/>
              </a:spcBef>
              <a:defRPr lang="es-ES" sz="1800"/>
            </a:lvl2pPr>
            <a:lvl3pPr marL="685800" indent="-283464">
              <a:spcBef>
                <a:spcPts val="500"/>
              </a:spcBef>
              <a:defRPr lang="es-ES" sz="1800"/>
            </a:lvl3pPr>
            <a:lvl4pPr marL="685800">
              <a:spcBef>
                <a:spcPts val="500"/>
              </a:spcBef>
              <a:defRPr lang="es-ES" sz="1800"/>
            </a:lvl4pPr>
            <a:lvl5pPr marL="1143000" indent="-283464">
              <a:spcBef>
                <a:spcPts val="500"/>
              </a:spcBef>
              <a:defRPr lang="es-ES" sz="1800"/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2" name="Marcador de contenido 3">
            <a:extLst>
              <a:ext uri="{FF2B5EF4-FFF2-40B4-BE49-F238E27FC236}">
                <a16:creationId xmlns:a16="http://schemas.microsoft.com/office/drawing/2014/main" id="{2266A202-7CFD-8B3B-C33C-D85F06445EC8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7091676" y="2751236"/>
            <a:ext cx="4663440" cy="3453420"/>
          </a:xfrm>
        </p:spPr>
        <p:txBody>
          <a:bodyPr lIns="137160" rtlCol="0">
            <a:noAutofit/>
          </a:bodyPr>
          <a:lstStyle>
            <a:lvl1pPr marL="342900" indent="-342900"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+mj-lt"/>
              <a:buAutoNum type="arabicPeriod"/>
              <a:defRPr lang="es-ES" sz="1800"/>
            </a:lvl1pPr>
            <a:lvl2pPr marL="702900" indent="-342900"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+mj-lt"/>
              <a:buAutoNum type="arabicPeriod"/>
              <a:defRPr lang="es-ES" sz="1800"/>
            </a:lvl2pPr>
            <a:lvl3pPr marL="1139436" indent="-342900"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+mj-lt"/>
              <a:buAutoNum type="arabicPeriod"/>
              <a:defRPr lang="es-ES" sz="1800"/>
            </a:lvl3pPr>
            <a:lvl4pPr marL="1422900" indent="-342900"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+mj-lt"/>
              <a:buAutoNum type="arabicPeriod"/>
              <a:defRPr lang="es-ES" sz="1800"/>
            </a:lvl4pPr>
            <a:lvl5pPr marL="1859436" indent="-342900">
              <a:spcBef>
                <a:spcPts val="1000"/>
              </a:spcBef>
              <a:buClr>
                <a:schemeClr val="accent5">
                  <a:lumMod val="60000"/>
                  <a:lumOff val="40000"/>
                </a:schemeClr>
              </a:buClr>
              <a:buFont typeface="+mj-lt"/>
              <a:buAutoNum type="arabicPeriod"/>
              <a:defRPr lang="es-ES" sz="1800"/>
            </a:lvl5pPr>
          </a:lstStyle>
          <a:p>
            <a:pPr lvl="0" rtl="0"/>
            <a:r>
              <a:rPr lang="es-ES"/>
              <a:t>Haga clic para agregar contenido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9" name="Marcador de fecha 3">
            <a:extLst>
              <a:ext uri="{FF2B5EF4-FFF2-40B4-BE49-F238E27FC236}">
                <a16:creationId xmlns:a16="http://schemas.microsoft.com/office/drawing/2014/main" id="{85D87A86-18DB-4F48-991B-B96728C9E2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1338" y="6401999"/>
            <a:ext cx="2206625" cy="369332"/>
          </a:xfrm>
        </p:spPr>
        <p:txBody>
          <a:bodyPr rtlCol="0"/>
          <a:lstStyle>
            <a:lvl1pPr>
              <a:defRPr lang="es-ES"/>
            </a:lvl1pPr>
          </a:lstStyle>
          <a:p>
            <a:pPr rtl="0">
              <a:defRPr lang="es-ES"/>
            </a:pPr>
            <a:r>
              <a:rPr lang="es-ES">
                <a:solidFill>
                  <a:prstClr val="white">
                    <a:alpha val="70000"/>
                  </a:prstClr>
                </a:solidFill>
              </a:rPr>
              <a:t>20XX</a:t>
            </a:r>
            <a:endParaRPr lang="es-ES" dirty="0">
              <a:solidFill>
                <a:prstClr val="white">
                  <a:alpha val="70000"/>
                </a:prstClr>
              </a:solidFill>
            </a:endParaRPr>
          </a:p>
        </p:txBody>
      </p:sp>
      <p:sp>
        <p:nvSpPr>
          <p:cNvPr id="10" name="Marcador de pie de página 4">
            <a:extLst>
              <a:ext uri="{FF2B5EF4-FFF2-40B4-BE49-F238E27FC236}">
                <a16:creationId xmlns:a16="http://schemas.microsoft.com/office/drawing/2014/main" id="{E9F77D95-7E8B-48BA-B550-76A5C297F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08350" y="6401999"/>
            <a:ext cx="5575300" cy="369332"/>
          </a:xfrm>
        </p:spPr>
        <p:txBody>
          <a:bodyPr rtlCol="0"/>
          <a:lstStyle>
            <a:defPPr>
              <a:defRPr lang="es-ES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endParaRPr kumimoji="0" lang="es-E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11" name="Marcador de número de diapositiva 5">
            <a:extLst>
              <a:ext uri="{FF2B5EF4-FFF2-40B4-BE49-F238E27FC236}">
                <a16:creationId xmlns:a16="http://schemas.microsoft.com/office/drawing/2014/main" id="{5510D382-212F-47D7-A76F-181F22622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2800" y="6401999"/>
            <a:ext cx="2208212" cy="369332"/>
          </a:xfrm>
        </p:spPr>
        <p:txBody>
          <a:bodyPr rtlCol="0"/>
          <a:lstStyle>
            <a:defPPr>
              <a:defRPr lang="es-ES"/>
            </a:def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s-ES"/>
            </a:pPr>
            <a:fld id="{D39607A7-8386-47DB-8578-DDEDD194E5D4}" type="slidenum">
              <a:rPr kumimoji="0" lang="es-ES" sz="1000" b="0" i="0" u="none" strike="noStrike" kern="1200" cap="all" spc="300" normalizeH="0" baseline="0" noProof="0" smtClean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lang="es-ES"/>
              </a:pPr>
              <a:t>‹Nº›</a:t>
            </a:fld>
            <a:endParaRPr kumimoji="0" lang="es-ES" sz="1000" b="0" i="0" u="none" strike="noStrike" kern="1200" cap="all" spc="30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10EFDB4E-BF6D-A408-5BC2-566CFAECDB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6739" y="2310207"/>
            <a:ext cx="5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6313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E6EF848A-75B5-49A0-A26E-E3931F22D9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70326" y="539751"/>
            <a:ext cx="4451349" cy="2082226"/>
          </a:xfrm>
        </p:spPr>
        <p:txBody>
          <a:bodyPr rtlCol="0" anchor="b"/>
          <a:lstStyle>
            <a:lvl1pPr algn="ctr">
              <a:defRPr lang="es-ES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8" name="Subtítulo 7">
            <a:extLst>
              <a:ext uri="{FF2B5EF4-FFF2-40B4-BE49-F238E27FC236}">
                <a16:creationId xmlns:a16="http://schemas.microsoft.com/office/drawing/2014/main" id="{0D20A319-635D-423F-BBAC-55CDC178560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70326" y="4248000"/>
            <a:ext cx="4451349" cy="2082226"/>
          </a:xfrm>
        </p:spPr>
        <p:txBody>
          <a:bodyPr rtlCol="0">
            <a:normAutofit/>
          </a:bodyPr>
          <a:lstStyle>
            <a:lvl1pPr marL="0" indent="0" algn="ctr">
              <a:buNone/>
              <a:defRPr lang="es-ES" sz="1800" i="1"/>
            </a:lvl1pPr>
          </a:lstStyle>
          <a:p>
            <a:pPr rtl="0"/>
            <a:r>
              <a:rPr lang="es-ES"/>
              <a:t>Haga clic para agregar un subtítulo</a:t>
            </a:r>
          </a:p>
        </p:txBody>
      </p:sp>
      <p:grpSp>
        <p:nvGrpSpPr>
          <p:cNvPr id="24" name="Grupo 23">
            <a:extLst>
              <a:ext uri="{FF2B5EF4-FFF2-40B4-BE49-F238E27FC236}">
                <a16:creationId xmlns:a16="http://schemas.microsoft.com/office/drawing/2014/main" id="{31AFB269-EE5A-41D3-BCD6-D9F59CE699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54952" y="3043393"/>
            <a:ext cx="1481845" cy="787628"/>
            <a:chOff x="4987925" y="2840038"/>
            <a:chExt cx="2216150" cy="1177924"/>
          </a:xfrm>
        </p:grpSpPr>
        <p:sp>
          <p:nvSpPr>
            <p:cNvPr id="28" name="Rectángulo 27">
              <a:extLst>
                <a:ext uri="{FF2B5EF4-FFF2-40B4-BE49-F238E27FC236}">
                  <a16:creationId xmlns:a16="http://schemas.microsoft.com/office/drawing/2014/main" id="{45469245-EBD6-4BF4-B555-140F59F51604}"/>
                </a:ext>
              </a:extLst>
            </p:cNvPr>
            <p:cNvSpPr/>
            <p:nvPr/>
          </p:nvSpPr>
          <p:spPr>
            <a:xfrm>
              <a:off x="4987925" y="2840038"/>
              <a:ext cx="2216150" cy="1177924"/>
            </a:xfrm>
            <a:prstGeom prst="rect">
              <a:avLst/>
            </a:prstGeom>
            <a:solidFill>
              <a:schemeClr val="bg2">
                <a:alpha val="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lang="es-ES"/>
              </a:pPr>
              <a:endPara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469BCC58-7D38-43ED-B78C-2D780660AA2B}"/>
                </a:ext>
              </a:extLst>
            </p:cNvPr>
            <p:cNvSpPr/>
            <p:nvPr/>
          </p:nvSpPr>
          <p:spPr>
            <a:xfrm>
              <a:off x="5750208" y="2992877"/>
              <a:ext cx="972458" cy="91951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lang="es-ES"/>
              </a:pPr>
              <a:endPara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0A8F2EBB-150B-4044-A215-E7B7EAD7429A}"/>
                </a:ext>
              </a:extLst>
            </p:cNvPr>
            <p:cNvSpPr/>
            <p:nvPr/>
          </p:nvSpPr>
          <p:spPr>
            <a:xfrm flipH="1">
              <a:off x="5469335" y="2992877"/>
              <a:ext cx="972458" cy="919518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lang="es-ES"/>
              </a:pPr>
              <a:endPara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grpSp>
          <p:nvGrpSpPr>
            <p:cNvPr id="33" name="Grupo 32">
              <a:extLst>
                <a:ext uri="{FF2B5EF4-FFF2-40B4-BE49-F238E27FC236}">
                  <a16:creationId xmlns:a16="http://schemas.microsoft.com/office/drawing/2014/main" id="{E3CC0AD8-7413-4C81-9A62-702945CC3BE8}"/>
                </a:ext>
              </a:extLst>
            </p:cNvPr>
            <p:cNvGrpSpPr/>
            <p:nvPr/>
          </p:nvGrpSpPr>
          <p:grpSpPr>
            <a:xfrm>
              <a:off x="5614944" y="3117662"/>
              <a:ext cx="1009280" cy="464739"/>
              <a:chOff x="4432859" y="3200647"/>
              <a:chExt cx="1009280" cy="464739"/>
            </a:xfrm>
          </p:grpSpPr>
          <p:sp>
            <p:nvSpPr>
              <p:cNvPr id="41" name="Forma libre: Forma 40">
                <a:extLst>
                  <a:ext uri="{FF2B5EF4-FFF2-40B4-BE49-F238E27FC236}">
                    <a16:creationId xmlns:a16="http://schemas.microsoft.com/office/drawing/2014/main" id="{2502799B-0C00-4D54-A631-1E79EAA52AFC}"/>
                  </a:ext>
                </a:extLst>
              </p:cNvPr>
              <p:cNvSpPr/>
              <p:nvPr/>
            </p:nvSpPr>
            <p:spPr>
              <a:xfrm rot="16200000" flipH="1" flipV="1">
                <a:off x="4977400" y="3200647"/>
                <a:ext cx="464739" cy="464739"/>
              </a:xfrm>
              <a:custGeom>
                <a:avLst/>
                <a:gdLst>
                  <a:gd name="connsiteX0" fmla="*/ 464132 w 464739"/>
                  <a:gd name="connsiteY0" fmla="*/ 463881 h 464739"/>
                  <a:gd name="connsiteX1" fmla="*/ 463891 w 464739"/>
                  <a:gd name="connsiteY1" fmla="*/ 463892 h 464739"/>
                  <a:gd name="connsiteX2" fmla="*/ 463880 w 464739"/>
                  <a:gd name="connsiteY2" fmla="*/ 464132 h 464739"/>
                  <a:gd name="connsiteX3" fmla="*/ 463651 w 464739"/>
                  <a:gd name="connsiteY3" fmla="*/ 463904 h 464739"/>
                  <a:gd name="connsiteX4" fmla="*/ 446142 w 464739"/>
                  <a:gd name="connsiteY4" fmla="*/ 464739 h 464739"/>
                  <a:gd name="connsiteX5" fmla="*/ 130673 w 464739"/>
                  <a:gd name="connsiteY5" fmla="*/ 334067 h 464739"/>
                  <a:gd name="connsiteX6" fmla="*/ 0 w 464739"/>
                  <a:gd name="connsiteY6" fmla="*/ 18597 h 464739"/>
                  <a:gd name="connsiteX7" fmla="*/ 836 w 464739"/>
                  <a:gd name="connsiteY7" fmla="*/ 1089 h 464739"/>
                  <a:gd name="connsiteX8" fmla="*/ 607 w 464739"/>
                  <a:gd name="connsiteY8" fmla="*/ 859 h 464739"/>
                  <a:gd name="connsiteX9" fmla="*/ 848 w 464739"/>
                  <a:gd name="connsiteY9" fmla="*/ 848 h 464739"/>
                  <a:gd name="connsiteX10" fmla="*/ 859 w 464739"/>
                  <a:gd name="connsiteY10" fmla="*/ 607 h 464739"/>
                  <a:gd name="connsiteX11" fmla="*/ 1089 w 464739"/>
                  <a:gd name="connsiteY11" fmla="*/ 836 h 464739"/>
                  <a:gd name="connsiteX12" fmla="*/ 18597 w 464739"/>
                  <a:gd name="connsiteY12" fmla="*/ 0 h 464739"/>
                  <a:gd name="connsiteX13" fmla="*/ 334067 w 464739"/>
                  <a:gd name="connsiteY13" fmla="*/ 130672 h 464739"/>
                  <a:gd name="connsiteX14" fmla="*/ 464739 w 464739"/>
                  <a:gd name="connsiteY14" fmla="*/ 446142 h 464739"/>
                  <a:gd name="connsiteX15" fmla="*/ 463903 w 464739"/>
                  <a:gd name="connsiteY15" fmla="*/ 463652 h 464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64739" h="464739">
                    <a:moveTo>
                      <a:pt x="464132" y="463881"/>
                    </a:moveTo>
                    <a:lnTo>
                      <a:pt x="463891" y="463892"/>
                    </a:lnTo>
                    <a:lnTo>
                      <a:pt x="463880" y="464132"/>
                    </a:lnTo>
                    <a:lnTo>
                      <a:pt x="463651" y="463904"/>
                    </a:lnTo>
                    <a:lnTo>
                      <a:pt x="446142" y="464739"/>
                    </a:lnTo>
                    <a:cubicBezTo>
                      <a:pt x="331965" y="464739"/>
                      <a:pt x="217787" y="421182"/>
                      <a:pt x="130673" y="334067"/>
                    </a:cubicBezTo>
                    <a:cubicBezTo>
                      <a:pt x="43558" y="246953"/>
                      <a:pt x="1" y="132775"/>
                      <a:pt x="0" y="18597"/>
                    </a:cubicBezTo>
                    <a:lnTo>
                      <a:pt x="836" y="1089"/>
                    </a:lnTo>
                    <a:lnTo>
                      <a:pt x="607" y="859"/>
                    </a:lnTo>
                    <a:lnTo>
                      <a:pt x="848" y="848"/>
                    </a:lnTo>
                    <a:lnTo>
                      <a:pt x="859" y="607"/>
                    </a:lnTo>
                    <a:lnTo>
                      <a:pt x="1089" y="836"/>
                    </a:lnTo>
                    <a:lnTo>
                      <a:pt x="18597" y="0"/>
                    </a:lnTo>
                    <a:cubicBezTo>
                      <a:pt x="132775" y="0"/>
                      <a:pt x="246952" y="43557"/>
                      <a:pt x="334067" y="130672"/>
                    </a:cubicBezTo>
                    <a:cubicBezTo>
                      <a:pt x="421182" y="217787"/>
                      <a:pt x="464739" y="331964"/>
                      <a:pt x="464739" y="446142"/>
                    </a:cubicBezTo>
                    <a:lnTo>
                      <a:pt x="463903" y="463652"/>
                    </a:lnTo>
                    <a:close/>
                  </a:path>
                </a:pathLst>
              </a:custGeom>
              <a:solidFill>
                <a:schemeClr val="accent4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s-ES"/>
                </a:def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lang="es-ES"/>
                </a:pPr>
                <a:endParaRPr kumimoji="0" lang="es-E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venir Next LT Pro Light"/>
                  <a:ea typeface="+mn-ea"/>
                  <a:cs typeface="+mn-cs"/>
                </a:endParaRPr>
              </a:p>
            </p:txBody>
          </p:sp>
          <p:sp>
            <p:nvSpPr>
              <p:cNvPr id="42" name="Forma libre: Forma 41">
                <a:extLst>
                  <a:ext uri="{FF2B5EF4-FFF2-40B4-BE49-F238E27FC236}">
                    <a16:creationId xmlns:a16="http://schemas.microsoft.com/office/drawing/2014/main" id="{64E9F509-6627-4770-8A74-970F83C54B15}"/>
                  </a:ext>
                </a:extLst>
              </p:cNvPr>
              <p:cNvSpPr/>
              <p:nvPr/>
            </p:nvSpPr>
            <p:spPr>
              <a:xfrm rot="5400000" flipV="1">
                <a:off x="4432859" y="3200647"/>
                <a:ext cx="464739" cy="464739"/>
              </a:xfrm>
              <a:custGeom>
                <a:avLst/>
                <a:gdLst>
                  <a:gd name="connsiteX0" fmla="*/ 464132 w 464739"/>
                  <a:gd name="connsiteY0" fmla="*/ 463881 h 464739"/>
                  <a:gd name="connsiteX1" fmla="*/ 463891 w 464739"/>
                  <a:gd name="connsiteY1" fmla="*/ 463892 h 464739"/>
                  <a:gd name="connsiteX2" fmla="*/ 463880 w 464739"/>
                  <a:gd name="connsiteY2" fmla="*/ 464132 h 464739"/>
                  <a:gd name="connsiteX3" fmla="*/ 463651 w 464739"/>
                  <a:gd name="connsiteY3" fmla="*/ 463904 h 464739"/>
                  <a:gd name="connsiteX4" fmla="*/ 446142 w 464739"/>
                  <a:gd name="connsiteY4" fmla="*/ 464739 h 464739"/>
                  <a:gd name="connsiteX5" fmla="*/ 130673 w 464739"/>
                  <a:gd name="connsiteY5" fmla="*/ 334067 h 464739"/>
                  <a:gd name="connsiteX6" fmla="*/ 0 w 464739"/>
                  <a:gd name="connsiteY6" fmla="*/ 18597 h 464739"/>
                  <a:gd name="connsiteX7" fmla="*/ 836 w 464739"/>
                  <a:gd name="connsiteY7" fmla="*/ 1089 h 464739"/>
                  <a:gd name="connsiteX8" fmla="*/ 607 w 464739"/>
                  <a:gd name="connsiteY8" fmla="*/ 859 h 464739"/>
                  <a:gd name="connsiteX9" fmla="*/ 848 w 464739"/>
                  <a:gd name="connsiteY9" fmla="*/ 848 h 464739"/>
                  <a:gd name="connsiteX10" fmla="*/ 859 w 464739"/>
                  <a:gd name="connsiteY10" fmla="*/ 607 h 464739"/>
                  <a:gd name="connsiteX11" fmla="*/ 1089 w 464739"/>
                  <a:gd name="connsiteY11" fmla="*/ 836 h 464739"/>
                  <a:gd name="connsiteX12" fmla="*/ 18597 w 464739"/>
                  <a:gd name="connsiteY12" fmla="*/ 0 h 464739"/>
                  <a:gd name="connsiteX13" fmla="*/ 334067 w 464739"/>
                  <a:gd name="connsiteY13" fmla="*/ 130672 h 464739"/>
                  <a:gd name="connsiteX14" fmla="*/ 464739 w 464739"/>
                  <a:gd name="connsiteY14" fmla="*/ 446142 h 464739"/>
                  <a:gd name="connsiteX15" fmla="*/ 463903 w 464739"/>
                  <a:gd name="connsiteY15" fmla="*/ 463652 h 464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64739" h="464739">
                    <a:moveTo>
                      <a:pt x="464132" y="463881"/>
                    </a:moveTo>
                    <a:lnTo>
                      <a:pt x="463891" y="463892"/>
                    </a:lnTo>
                    <a:lnTo>
                      <a:pt x="463880" y="464132"/>
                    </a:lnTo>
                    <a:lnTo>
                      <a:pt x="463651" y="463904"/>
                    </a:lnTo>
                    <a:lnTo>
                      <a:pt x="446142" y="464739"/>
                    </a:lnTo>
                    <a:cubicBezTo>
                      <a:pt x="331965" y="464739"/>
                      <a:pt x="217787" y="421182"/>
                      <a:pt x="130673" y="334067"/>
                    </a:cubicBezTo>
                    <a:cubicBezTo>
                      <a:pt x="43558" y="246953"/>
                      <a:pt x="1" y="132775"/>
                      <a:pt x="0" y="18597"/>
                    </a:cubicBezTo>
                    <a:lnTo>
                      <a:pt x="836" y="1089"/>
                    </a:lnTo>
                    <a:lnTo>
                      <a:pt x="607" y="859"/>
                    </a:lnTo>
                    <a:lnTo>
                      <a:pt x="848" y="848"/>
                    </a:lnTo>
                    <a:lnTo>
                      <a:pt x="859" y="607"/>
                    </a:lnTo>
                    <a:lnTo>
                      <a:pt x="1089" y="836"/>
                    </a:lnTo>
                    <a:lnTo>
                      <a:pt x="18597" y="0"/>
                    </a:lnTo>
                    <a:cubicBezTo>
                      <a:pt x="132775" y="0"/>
                      <a:pt x="246952" y="43557"/>
                      <a:pt x="334067" y="130672"/>
                    </a:cubicBezTo>
                    <a:cubicBezTo>
                      <a:pt x="421182" y="217787"/>
                      <a:pt x="464739" y="331964"/>
                      <a:pt x="464739" y="446142"/>
                    </a:cubicBezTo>
                    <a:lnTo>
                      <a:pt x="463903" y="463652"/>
                    </a:lnTo>
                    <a:close/>
                  </a:path>
                </a:pathLst>
              </a:custGeom>
              <a:solidFill>
                <a:schemeClr val="accent4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s-ES"/>
                </a:def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lang="es-ES"/>
                </a:pPr>
                <a:endParaRPr kumimoji="0" lang="es-E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venir Next LT Pro Light"/>
                  <a:ea typeface="+mn-ea"/>
                  <a:cs typeface="+mn-cs"/>
                </a:endParaRPr>
              </a:p>
            </p:txBody>
          </p:sp>
        </p:grpSp>
        <p:grpSp>
          <p:nvGrpSpPr>
            <p:cNvPr id="34" name="Grupo 33">
              <a:extLst>
                <a:ext uri="{FF2B5EF4-FFF2-40B4-BE49-F238E27FC236}">
                  <a16:creationId xmlns:a16="http://schemas.microsoft.com/office/drawing/2014/main" id="{5C187A2A-8F72-40F1-B320-D3B624B54859}"/>
                </a:ext>
              </a:extLst>
            </p:cNvPr>
            <p:cNvGrpSpPr/>
            <p:nvPr/>
          </p:nvGrpSpPr>
          <p:grpSpPr>
            <a:xfrm>
              <a:off x="5679979" y="2915338"/>
              <a:ext cx="1080000" cy="1080000"/>
              <a:chOff x="4497894" y="2998323"/>
              <a:chExt cx="1080000" cy="1080000"/>
            </a:xfrm>
          </p:grpSpPr>
          <p:grpSp>
            <p:nvGrpSpPr>
              <p:cNvPr id="35" name="Grupo 34">
                <a:extLst>
                  <a:ext uri="{FF2B5EF4-FFF2-40B4-BE49-F238E27FC236}">
                    <a16:creationId xmlns:a16="http://schemas.microsoft.com/office/drawing/2014/main" id="{038DCBEB-9435-4A10-828C-CBFA74A08708}"/>
                  </a:ext>
                </a:extLst>
              </p:cNvPr>
              <p:cNvGrpSpPr/>
              <p:nvPr/>
            </p:nvGrpSpPr>
            <p:grpSpPr>
              <a:xfrm rot="13500000">
                <a:off x="4805524" y="2998323"/>
                <a:ext cx="464739" cy="1080000"/>
                <a:chOff x="4511184" y="2470620"/>
                <a:chExt cx="464739" cy="1080000"/>
              </a:xfrm>
            </p:grpSpPr>
            <p:sp>
              <p:nvSpPr>
                <p:cNvPr id="39" name="Forma libre: Forma 38">
                  <a:extLst>
                    <a:ext uri="{FF2B5EF4-FFF2-40B4-BE49-F238E27FC236}">
                      <a16:creationId xmlns:a16="http://schemas.microsoft.com/office/drawing/2014/main" id="{A8CE8E01-DABF-4783-A397-EDB1A91E2950}"/>
                    </a:ext>
                  </a:extLst>
                </p:cNvPr>
                <p:cNvSpPr/>
                <p:nvPr/>
              </p:nvSpPr>
              <p:spPr>
                <a:xfrm rot="2700000" flipH="1" flipV="1">
                  <a:off x="4511184" y="2990814"/>
                  <a:ext cx="464739" cy="464739"/>
                </a:xfrm>
                <a:custGeom>
                  <a:avLst/>
                  <a:gdLst>
                    <a:gd name="connsiteX0" fmla="*/ 464132 w 464739"/>
                    <a:gd name="connsiteY0" fmla="*/ 463881 h 464739"/>
                    <a:gd name="connsiteX1" fmla="*/ 463891 w 464739"/>
                    <a:gd name="connsiteY1" fmla="*/ 463892 h 464739"/>
                    <a:gd name="connsiteX2" fmla="*/ 463880 w 464739"/>
                    <a:gd name="connsiteY2" fmla="*/ 464132 h 464739"/>
                    <a:gd name="connsiteX3" fmla="*/ 463651 w 464739"/>
                    <a:gd name="connsiteY3" fmla="*/ 463904 h 464739"/>
                    <a:gd name="connsiteX4" fmla="*/ 446142 w 464739"/>
                    <a:gd name="connsiteY4" fmla="*/ 464739 h 464739"/>
                    <a:gd name="connsiteX5" fmla="*/ 130673 w 464739"/>
                    <a:gd name="connsiteY5" fmla="*/ 334067 h 464739"/>
                    <a:gd name="connsiteX6" fmla="*/ 0 w 464739"/>
                    <a:gd name="connsiteY6" fmla="*/ 18597 h 464739"/>
                    <a:gd name="connsiteX7" fmla="*/ 836 w 464739"/>
                    <a:gd name="connsiteY7" fmla="*/ 1089 h 464739"/>
                    <a:gd name="connsiteX8" fmla="*/ 607 w 464739"/>
                    <a:gd name="connsiteY8" fmla="*/ 859 h 464739"/>
                    <a:gd name="connsiteX9" fmla="*/ 848 w 464739"/>
                    <a:gd name="connsiteY9" fmla="*/ 848 h 464739"/>
                    <a:gd name="connsiteX10" fmla="*/ 859 w 464739"/>
                    <a:gd name="connsiteY10" fmla="*/ 607 h 464739"/>
                    <a:gd name="connsiteX11" fmla="*/ 1089 w 464739"/>
                    <a:gd name="connsiteY11" fmla="*/ 836 h 464739"/>
                    <a:gd name="connsiteX12" fmla="*/ 18597 w 464739"/>
                    <a:gd name="connsiteY12" fmla="*/ 0 h 464739"/>
                    <a:gd name="connsiteX13" fmla="*/ 334067 w 464739"/>
                    <a:gd name="connsiteY13" fmla="*/ 130672 h 464739"/>
                    <a:gd name="connsiteX14" fmla="*/ 464739 w 464739"/>
                    <a:gd name="connsiteY14" fmla="*/ 446142 h 464739"/>
                    <a:gd name="connsiteX15" fmla="*/ 463903 w 464739"/>
                    <a:gd name="connsiteY15" fmla="*/ 463652 h 4647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464739" h="464739">
                      <a:moveTo>
                        <a:pt x="464132" y="463881"/>
                      </a:moveTo>
                      <a:lnTo>
                        <a:pt x="463891" y="463892"/>
                      </a:lnTo>
                      <a:lnTo>
                        <a:pt x="463880" y="464132"/>
                      </a:lnTo>
                      <a:lnTo>
                        <a:pt x="463651" y="463904"/>
                      </a:lnTo>
                      <a:lnTo>
                        <a:pt x="446142" y="464739"/>
                      </a:lnTo>
                      <a:cubicBezTo>
                        <a:pt x="331965" y="464739"/>
                        <a:pt x="217787" y="421182"/>
                        <a:pt x="130673" y="334067"/>
                      </a:cubicBezTo>
                      <a:cubicBezTo>
                        <a:pt x="43558" y="246953"/>
                        <a:pt x="1" y="132775"/>
                        <a:pt x="0" y="18597"/>
                      </a:cubicBezTo>
                      <a:lnTo>
                        <a:pt x="836" y="1089"/>
                      </a:lnTo>
                      <a:lnTo>
                        <a:pt x="607" y="859"/>
                      </a:lnTo>
                      <a:lnTo>
                        <a:pt x="848" y="848"/>
                      </a:lnTo>
                      <a:lnTo>
                        <a:pt x="859" y="607"/>
                      </a:lnTo>
                      <a:lnTo>
                        <a:pt x="1089" y="836"/>
                      </a:lnTo>
                      <a:lnTo>
                        <a:pt x="18597" y="0"/>
                      </a:lnTo>
                      <a:cubicBezTo>
                        <a:pt x="132775" y="0"/>
                        <a:pt x="246952" y="43557"/>
                        <a:pt x="334067" y="130672"/>
                      </a:cubicBezTo>
                      <a:cubicBezTo>
                        <a:pt x="421182" y="217787"/>
                        <a:pt x="464739" y="331964"/>
                        <a:pt x="464739" y="446142"/>
                      </a:cubicBezTo>
                      <a:lnTo>
                        <a:pt x="463903" y="463652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s-ES"/>
                  </a:def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lang="es-ES"/>
                  </a:pPr>
                  <a:endParaRPr kumimoji="0" lang="es-E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venir Next LT Pro Light"/>
                    <a:ea typeface="+mn-ea"/>
                    <a:cs typeface="+mn-cs"/>
                  </a:endParaRPr>
                </a:p>
              </p:txBody>
            </p:sp>
            <p:cxnSp>
              <p:nvCxnSpPr>
                <p:cNvPr id="40" name="Conector recto 39">
                  <a:extLst>
                    <a:ext uri="{FF2B5EF4-FFF2-40B4-BE49-F238E27FC236}">
                      <a16:creationId xmlns:a16="http://schemas.microsoft.com/office/drawing/2014/main" id="{6401896A-2EF5-4843-9DC5-ECC0D6F6A7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42369" y="2470620"/>
                  <a:ext cx="0" cy="1080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6" name="Grupo 35">
                <a:extLst>
                  <a:ext uri="{FF2B5EF4-FFF2-40B4-BE49-F238E27FC236}">
                    <a16:creationId xmlns:a16="http://schemas.microsoft.com/office/drawing/2014/main" id="{FB7C02DC-3E0A-45D2-859A-86EB5A3CF979}"/>
                  </a:ext>
                </a:extLst>
              </p:cNvPr>
              <p:cNvGrpSpPr/>
              <p:nvPr/>
            </p:nvGrpSpPr>
            <p:grpSpPr>
              <a:xfrm rot="8100000" flipH="1">
                <a:off x="4542572" y="2998323"/>
                <a:ext cx="464739" cy="1080000"/>
                <a:chOff x="4511184" y="2470620"/>
                <a:chExt cx="464739" cy="1080000"/>
              </a:xfrm>
            </p:grpSpPr>
            <p:sp>
              <p:nvSpPr>
                <p:cNvPr id="37" name="Forma libre: Forma 36">
                  <a:extLst>
                    <a:ext uri="{FF2B5EF4-FFF2-40B4-BE49-F238E27FC236}">
                      <a16:creationId xmlns:a16="http://schemas.microsoft.com/office/drawing/2014/main" id="{C5170D8C-ECD3-41D1-83F4-8C2A4AEC277D}"/>
                    </a:ext>
                  </a:extLst>
                </p:cNvPr>
                <p:cNvSpPr/>
                <p:nvPr/>
              </p:nvSpPr>
              <p:spPr>
                <a:xfrm rot="2700000" flipH="1" flipV="1">
                  <a:off x="4511184" y="2990814"/>
                  <a:ext cx="464739" cy="464739"/>
                </a:xfrm>
                <a:custGeom>
                  <a:avLst/>
                  <a:gdLst>
                    <a:gd name="connsiteX0" fmla="*/ 464132 w 464739"/>
                    <a:gd name="connsiteY0" fmla="*/ 463881 h 464739"/>
                    <a:gd name="connsiteX1" fmla="*/ 463891 w 464739"/>
                    <a:gd name="connsiteY1" fmla="*/ 463892 h 464739"/>
                    <a:gd name="connsiteX2" fmla="*/ 463880 w 464739"/>
                    <a:gd name="connsiteY2" fmla="*/ 464132 h 464739"/>
                    <a:gd name="connsiteX3" fmla="*/ 463651 w 464739"/>
                    <a:gd name="connsiteY3" fmla="*/ 463904 h 464739"/>
                    <a:gd name="connsiteX4" fmla="*/ 446142 w 464739"/>
                    <a:gd name="connsiteY4" fmla="*/ 464739 h 464739"/>
                    <a:gd name="connsiteX5" fmla="*/ 130673 w 464739"/>
                    <a:gd name="connsiteY5" fmla="*/ 334067 h 464739"/>
                    <a:gd name="connsiteX6" fmla="*/ 0 w 464739"/>
                    <a:gd name="connsiteY6" fmla="*/ 18597 h 464739"/>
                    <a:gd name="connsiteX7" fmla="*/ 836 w 464739"/>
                    <a:gd name="connsiteY7" fmla="*/ 1089 h 464739"/>
                    <a:gd name="connsiteX8" fmla="*/ 607 w 464739"/>
                    <a:gd name="connsiteY8" fmla="*/ 859 h 464739"/>
                    <a:gd name="connsiteX9" fmla="*/ 848 w 464739"/>
                    <a:gd name="connsiteY9" fmla="*/ 848 h 464739"/>
                    <a:gd name="connsiteX10" fmla="*/ 859 w 464739"/>
                    <a:gd name="connsiteY10" fmla="*/ 607 h 464739"/>
                    <a:gd name="connsiteX11" fmla="*/ 1089 w 464739"/>
                    <a:gd name="connsiteY11" fmla="*/ 836 h 464739"/>
                    <a:gd name="connsiteX12" fmla="*/ 18597 w 464739"/>
                    <a:gd name="connsiteY12" fmla="*/ 0 h 464739"/>
                    <a:gd name="connsiteX13" fmla="*/ 334067 w 464739"/>
                    <a:gd name="connsiteY13" fmla="*/ 130672 h 464739"/>
                    <a:gd name="connsiteX14" fmla="*/ 464739 w 464739"/>
                    <a:gd name="connsiteY14" fmla="*/ 446142 h 464739"/>
                    <a:gd name="connsiteX15" fmla="*/ 463903 w 464739"/>
                    <a:gd name="connsiteY15" fmla="*/ 463652 h 4647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464739" h="464739">
                      <a:moveTo>
                        <a:pt x="464132" y="463881"/>
                      </a:moveTo>
                      <a:lnTo>
                        <a:pt x="463891" y="463892"/>
                      </a:lnTo>
                      <a:lnTo>
                        <a:pt x="463880" y="464132"/>
                      </a:lnTo>
                      <a:lnTo>
                        <a:pt x="463651" y="463904"/>
                      </a:lnTo>
                      <a:lnTo>
                        <a:pt x="446142" y="464739"/>
                      </a:lnTo>
                      <a:cubicBezTo>
                        <a:pt x="331965" y="464739"/>
                        <a:pt x="217787" y="421182"/>
                        <a:pt x="130673" y="334067"/>
                      </a:cubicBezTo>
                      <a:cubicBezTo>
                        <a:pt x="43558" y="246953"/>
                        <a:pt x="1" y="132775"/>
                        <a:pt x="0" y="18597"/>
                      </a:cubicBezTo>
                      <a:lnTo>
                        <a:pt x="836" y="1089"/>
                      </a:lnTo>
                      <a:lnTo>
                        <a:pt x="607" y="859"/>
                      </a:lnTo>
                      <a:lnTo>
                        <a:pt x="848" y="848"/>
                      </a:lnTo>
                      <a:lnTo>
                        <a:pt x="859" y="607"/>
                      </a:lnTo>
                      <a:lnTo>
                        <a:pt x="1089" y="836"/>
                      </a:lnTo>
                      <a:lnTo>
                        <a:pt x="18597" y="0"/>
                      </a:lnTo>
                      <a:cubicBezTo>
                        <a:pt x="132775" y="0"/>
                        <a:pt x="246952" y="43557"/>
                        <a:pt x="334067" y="130672"/>
                      </a:cubicBezTo>
                      <a:cubicBezTo>
                        <a:pt x="421182" y="217787"/>
                        <a:pt x="464739" y="331964"/>
                        <a:pt x="464739" y="446142"/>
                      </a:cubicBezTo>
                      <a:lnTo>
                        <a:pt x="463903" y="463652"/>
                      </a:lnTo>
                      <a:close/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s-ES"/>
                  </a:def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lang="es-ES"/>
                  </a:pPr>
                  <a:endParaRPr kumimoji="0" lang="es-E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venir Next LT Pro Ligh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8" name="Conector recto 37">
                  <a:extLst>
                    <a:ext uri="{FF2B5EF4-FFF2-40B4-BE49-F238E27FC236}">
                      <a16:creationId xmlns:a16="http://schemas.microsoft.com/office/drawing/2014/main" id="{BADB4C03-0F86-4580-B0C9-48DD4B3B67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42369" y="2470620"/>
                  <a:ext cx="0" cy="108000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599489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C700152-D18D-4405-8FB2-5985831B5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9500" y="1011238"/>
            <a:ext cx="10026650" cy="655637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22E92E1-0C4A-474E-8E29-8DB404101B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9500" y="1790700"/>
            <a:ext cx="10026650" cy="39782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defPPr>
              <a:defRPr lang="es-ES"/>
            </a:def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  <a:endParaRPr lang="es-ES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122E245-B48B-4526-8D2D-9475E64B06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1338" y="6401999"/>
            <a:ext cx="2206625" cy="36933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>
              <a:defRPr lang="es-ES" sz="1000" cap="all" spc="300" baseline="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pPr rtl="0"/>
            <a:r>
              <a:rPr lang="es-ES"/>
              <a:t>20XX</a:t>
            </a:r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2A0FE5C-A494-40F2-A357-786AFFA631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08350" y="6401999"/>
            <a:ext cx="5575300" cy="36933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ctr">
              <a:defRPr lang="es-ES" sz="1000" cap="all" spc="300" baseline="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pPr rtl="0"/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4686A1-EDE2-44D9-A671-F708A6F883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2800" y="6401999"/>
            <a:ext cx="2208212" cy="36933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r">
              <a:defRPr lang="es-ES" sz="1000" cap="all" spc="300" baseline="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pPr rtl="0"/>
            <a:fld id="{D39607A7-8386-47DB-8578-DDEDD194E5D4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23871245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7" r:id="rId1"/>
    <p:sldLayoutId id="2147483694" r:id="rId2"/>
    <p:sldLayoutId id="2147483679" r:id="rId3"/>
    <p:sldLayoutId id="2147483695" r:id="rId4"/>
    <p:sldLayoutId id="2147483696" r:id="rId5"/>
    <p:sldLayoutId id="2147483697" r:id="rId6"/>
    <p:sldLayoutId id="2147483700" r:id="rId7"/>
    <p:sldLayoutId id="2147483701" r:id="rId8"/>
    <p:sldLayoutId id="2147483698" r:id="rId9"/>
    <p:sldLayoutId id="2147483699" r:id="rId10"/>
    <p:sldLayoutId id="2147483702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s-ES" sz="2800" kern="1200" cap="all" spc="4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lnSpc>
          <a:spcPct val="125000"/>
        </a:lnSpc>
        <a:spcBef>
          <a:spcPts val="1000"/>
        </a:spcBef>
        <a:buClr>
          <a:schemeClr val="accent1">
            <a:lumMod val="60000"/>
            <a:lumOff val="40000"/>
          </a:schemeClr>
        </a:buClr>
        <a:buFont typeface="Wingdings" panose="05000000000000000000" pitchFamily="2" charset="2"/>
        <a:buChar char=""/>
        <a:defRPr lang="es-ES" sz="2000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1pPr>
      <a:lvl2pPr marL="360000" indent="0" algn="l" defTabSz="914400" rtl="0" eaLnBrk="1" latinLnBrk="0" hangingPunct="1">
        <a:lnSpc>
          <a:spcPct val="125000"/>
        </a:lnSpc>
        <a:spcBef>
          <a:spcPts val="500"/>
        </a:spcBef>
        <a:buClr>
          <a:schemeClr val="accent1">
            <a:lumMod val="60000"/>
            <a:lumOff val="40000"/>
          </a:schemeClr>
        </a:buClr>
        <a:buFontTx/>
        <a:buNone/>
        <a:defRPr lang="es-ES" sz="2000" i="1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lnSpc>
          <a:spcPct val="125000"/>
        </a:lnSpc>
        <a:spcBef>
          <a:spcPts val="500"/>
        </a:spcBef>
        <a:buClr>
          <a:schemeClr val="accent1">
            <a:lumMod val="60000"/>
            <a:lumOff val="40000"/>
          </a:schemeClr>
        </a:buClr>
        <a:buFont typeface="Wingdings" panose="05000000000000000000" pitchFamily="2" charset="2"/>
        <a:buChar char=""/>
        <a:defRPr lang="es-ES" sz="2000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3pPr>
      <a:lvl4pPr marL="1080000" indent="0" algn="l" defTabSz="914400" rtl="0" eaLnBrk="1" latinLnBrk="0" hangingPunct="1">
        <a:lnSpc>
          <a:spcPct val="125000"/>
        </a:lnSpc>
        <a:spcBef>
          <a:spcPts val="500"/>
        </a:spcBef>
        <a:buClr>
          <a:schemeClr val="accent1">
            <a:lumMod val="60000"/>
            <a:lumOff val="40000"/>
          </a:schemeClr>
        </a:buClr>
        <a:buFontTx/>
        <a:buNone/>
        <a:defRPr lang="es-ES" sz="2000" i="1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lnSpc>
          <a:spcPct val="125000"/>
        </a:lnSpc>
        <a:spcBef>
          <a:spcPts val="500"/>
        </a:spcBef>
        <a:buClr>
          <a:schemeClr val="accent1">
            <a:lumMod val="60000"/>
            <a:lumOff val="40000"/>
          </a:schemeClr>
        </a:buClr>
        <a:buFont typeface="Wingdings" panose="05000000000000000000" pitchFamily="2" charset="2"/>
        <a:buChar char=""/>
        <a:defRPr lang="es-ES" sz="2000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19">
          <p15:clr>
            <a:srgbClr val="5ACBF0"/>
          </p15:clr>
        </p15:guide>
        <p15:guide id="2" pos="1731">
          <p15:clr>
            <a:srgbClr val="5ACBF0"/>
          </p15:clr>
        </p15:guide>
        <p15:guide id="3" pos="3140">
          <p15:clr>
            <a:srgbClr val="5ACBF0"/>
          </p15:clr>
        </p15:guide>
        <p15:guide id="4" pos="3488">
          <p15:clr>
            <a:srgbClr val="5ACBF0"/>
          </p15:clr>
        </p15:guide>
        <p15:guide id="5" pos="2788">
          <p15:clr>
            <a:srgbClr val="5ACBF0"/>
          </p15:clr>
        </p15:guide>
        <p15:guide id="6" pos="2434">
          <p15:clr>
            <a:srgbClr val="5ACBF0"/>
          </p15:clr>
        </p15:guide>
        <p15:guide id="7" pos="2084">
          <p15:clr>
            <a:srgbClr val="5ACBF0"/>
          </p15:clr>
        </p15:guide>
        <p15:guide id="8" pos="341">
          <p15:clr>
            <a:srgbClr val="F26B43"/>
          </p15:clr>
        </p15:guide>
        <p15:guide id="9" pos="1384">
          <p15:clr>
            <a:srgbClr val="5ACBF0"/>
          </p15:clr>
        </p15:guide>
        <p15:guide id="10" pos="1032">
          <p15:clr>
            <a:srgbClr val="5ACBF0"/>
          </p15:clr>
        </p15:guide>
        <p15:guide id="11" pos="680">
          <p15:clr>
            <a:srgbClr val="FDE53C"/>
          </p15:clr>
        </p15:guide>
        <p15:guide id="12" pos="4192">
          <p15:clr>
            <a:srgbClr val="5ACBF0"/>
          </p15:clr>
        </p15:guide>
        <p15:guide id="13" pos="4543">
          <p15:clr>
            <a:srgbClr val="5ACBF0"/>
          </p15:clr>
        </p15:guide>
        <p15:guide id="14" pos="4892">
          <p15:clr>
            <a:srgbClr val="5ACBF0"/>
          </p15:clr>
        </p15:guide>
        <p15:guide id="15" pos="5244">
          <p15:clr>
            <a:srgbClr val="5ACBF0"/>
          </p15:clr>
        </p15:guide>
        <p15:guide id="16" pos="5596">
          <p15:clr>
            <a:srgbClr val="5ACBF0"/>
          </p15:clr>
        </p15:guide>
        <p15:guide id="17" pos="5948">
          <p15:clr>
            <a:srgbClr val="5ACBF0"/>
          </p15:clr>
        </p15:guide>
        <p15:guide id="18" pos="6296">
          <p15:clr>
            <a:srgbClr val="5ACBF0"/>
          </p15:clr>
        </p15:guide>
        <p15:guide id="19" pos="6648">
          <p15:clr>
            <a:srgbClr val="5ACBF0"/>
          </p15:clr>
        </p15:guide>
        <p15:guide id="20" pos="6996">
          <p15:clr>
            <a:srgbClr val="FDE53C"/>
          </p15:clr>
        </p15:guide>
        <p15:guide id="21" orient="horz" pos="335">
          <p15:clr>
            <a:srgbClr val="F26B43"/>
          </p15:clr>
        </p15:guide>
        <p15:guide id="22" orient="horz" pos="680">
          <p15:clr>
            <a:srgbClr val="FDE53C"/>
          </p15:clr>
        </p15:guide>
        <p15:guide id="23" orient="horz" pos="1050">
          <p15:clr>
            <a:srgbClr val="5ACBF0"/>
          </p15:clr>
        </p15:guide>
        <p15:guide id="24" orient="horz" pos="1791">
          <p15:clr>
            <a:srgbClr val="5ACBF0"/>
          </p15:clr>
        </p15:guide>
        <p15:guide id="26" orient="horz" pos="2530">
          <p15:clr>
            <a:srgbClr val="5ACBF0"/>
          </p15:clr>
        </p15:guide>
        <p15:guide id="27" orient="horz" pos="2899">
          <p15:clr>
            <a:srgbClr val="5ACBF0"/>
          </p15:clr>
        </p15:guide>
        <p15:guide id="28" orient="horz" pos="3268">
          <p15:clr>
            <a:srgbClr val="5ACBF0"/>
          </p15:clr>
        </p15:guide>
        <p15:guide id="29" orient="horz" pos="3634">
          <p15:clr>
            <a:srgbClr val="FDE53C"/>
          </p15:clr>
        </p15:guide>
        <p15:guide id="30" orient="horz" pos="3979">
          <p15:clr>
            <a:srgbClr val="F26B43"/>
          </p15:clr>
        </p15:guide>
        <p15:guide id="31" orient="horz" pos="2160">
          <p15:clr>
            <a:srgbClr val="FDE53C"/>
          </p15:clr>
        </p15:guide>
        <p15:guide id="32" pos="7340">
          <p15:clr>
            <a:srgbClr val="F26B43"/>
          </p15:clr>
        </p15:guide>
        <p15:guide id="33" pos="3840">
          <p15:clr>
            <a:srgbClr val="FDE53C"/>
          </p15:clr>
        </p15:guide>
        <p15:guide id="34" orient="horz" pos="637">
          <p15:clr>
            <a:srgbClr val="C35EA4"/>
          </p15:clr>
        </p15:guide>
        <p15:guide id="35" orient="horz" pos="1128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ntiajo/DBN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E381C4-F52E-F586-1465-77001CB91E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97100" y="1079500"/>
            <a:ext cx="7797799" cy="2543594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AVANCE PROYECTO DBN</a:t>
            </a:r>
          </a:p>
        </p:txBody>
      </p:sp>
    </p:spTree>
    <p:extLst>
      <p:ext uri="{BB962C8B-B14F-4D97-AF65-F5344CB8AC3E}">
        <p14:creationId xmlns:p14="http://schemas.microsoft.com/office/powerpoint/2010/main" val="2420619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5">
            <a:extLst>
              <a:ext uri="{FF2B5EF4-FFF2-40B4-BE49-F238E27FC236}">
                <a16:creationId xmlns:a16="http://schemas.microsoft.com/office/drawing/2014/main" id="{B14C0111-86AA-B377-753D-02A3CA89F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548640"/>
            <a:ext cx="5486400" cy="137160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Contexto</a:t>
            </a:r>
          </a:p>
        </p:txBody>
      </p:sp>
      <p:sp>
        <p:nvSpPr>
          <p:cNvPr id="13" name="Marcador de contenido 12">
            <a:extLst>
              <a:ext uri="{FF2B5EF4-FFF2-40B4-BE49-F238E27FC236}">
                <a16:creationId xmlns:a16="http://schemas.microsoft.com/office/drawing/2014/main" id="{03252AFB-1364-05E7-C423-89DB466EDA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49" y="2759076"/>
            <a:ext cx="5599168" cy="300989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Tienda piedra bruja, providencia, Santiago.</a:t>
            </a:r>
          </a:p>
          <a:p>
            <a:pPr rtl="0"/>
            <a:r>
              <a:rPr lang="es-ES" dirty="0"/>
              <a:t>Servicio de partidas de rol.</a:t>
            </a:r>
          </a:p>
          <a:p>
            <a:pPr rtl="0"/>
            <a:r>
              <a:rPr lang="es-ES" dirty="0"/>
              <a:t>Realizan todo manual y desde diversas fuentes.</a:t>
            </a:r>
          </a:p>
          <a:p>
            <a:pPr rtl="0"/>
            <a:r>
              <a:rPr lang="es-ES" dirty="0"/>
              <a:t>Desinformación y descontento de jugadores.</a:t>
            </a:r>
          </a:p>
          <a:p>
            <a:pPr rtl="0"/>
            <a:r>
              <a:rPr lang="es-ES" dirty="0"/>
              <a:t>Exceso de trabajo para administradores.</a:t>
            </a:r>
          </a:p>
          <a:p>
            <a:pPr rtl="0"/>
            <a:r>
              <a:rPr lang="es-ES" dirty="0"/>
              <a:t>Página web que automatice procesos, reduciendo carga de trabajo y guiando a los jugadores.</a:t>
            </a:r>
          </a:p>
          <a:p>
            <a:pPr rtl="0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48681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7DE88C-4518-8DA5-1DFF-70A6558595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97100" y="1079500"/>
            <a:ext cx="7797799" cy="213840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Cambios del proyecto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C895DF9-4327-92A6-EB3F-1320895ED5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8350" y="4113213"/>
            <a:ext cx="5575300" cy="1655762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Ajustes y eliminación de tareas.</a:t>
            </a:r>
          </a:p>
        </p:txBody>
      </p:sp>
    </p:spTree>
    <p:extLst>
      <p:ext uri="{BB962C8B-B14F-4D97-AF65-F5344CB8AC3E}">
        <p14:creationId xmlns:p14="http://schemas.microsoft.com/office/powerpoint/2010/main" val="37607244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1729C3-4AB2-F2F4-9CD4-E70584165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777246"/>
            <a:ext cx="10058400" cy="1097280"/>
          </a:xfrm>
        </p:spPr>
        <p:txBody>
          <a:bodyPr wrap="square" anchor="ctr">
            <a:normAutofit/>
          </a:bodyPr>
          <a:lstStyle/>
          <a:p>
            <a:r>
              <a:rPr lang="es-MX" dirty="0" err="1"/>
              <a:t>Roadmap</a:t>
            </a:r>
            <a:r>
              <a:rPr lang="es-MX" dirty="0"/>
              <a:t> ANTIGUO</a:t>
            </a:r>
            <a:endParaRPr lang="es-CL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54FE515-FA68-2F9D-5D85-71C00DDBCB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3553" y="2287435"/>
            <a:ext cx="5864894" cy="376819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5319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650E5-0BD1-5C23-AD88-AD27991F9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5">
            <a:extLst>
              <a:ext uri="{FF2B5EF4-FFF2-40B4-BE49-F238E27FC236}">
                <a16:creationId xmlns:a16="http://schemas.microsoft.com/office/drawing/2014/main" id="{6E4448CE-5C35-881E-32D2-00371EB7A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548640"/>
            <a:ext cx="5486400" cy="137160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CAMBIOS</a:t>
            </a:r>
          </a:p>
        </p:txBody>
      </p:sp>
      <p:sp>
        <p:nvSpPr>
          <p:cNvPr id="13" name="Marcador de contenido 12">
            <a:extLst>
              <a:ext uri="{FF2B5EF4-FFF2-40B4-BE49-F238E27FC236}">
                <a16:creationId xmlns:a16="http://schemas.microsoft.com/office/drawing/2014/main" id="{3B766927-A6B1-62AD-9751-347203176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49" y="2759076"/>
            <a:ext cx="5599168" cy="3009899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Épica 5 se mantiene.</a:t>
            </a:r>
          </a:p>
          <a:p>
            <a:pPr rtl="0"/>
            <a:r>
              <a:rPr lang="es-ES" dirty="0"/>
              <a:t>Épica 1 se va a la fase 3 del proyecto.</a:t>
            </a:r>
          </a:p>
          <a:p>
            <a:pPr rtl="0"/>
            <a:r>
              <a:rPr lang="es-ES" dirty="0"/>
              <a:t>Épica 2 y 3 se vienen a la fase 1.</a:t>
            </a:r>
          </a:p>
          <a:p>
            <a:pPr marL="0" indent="0" rtl="0">
              <a:buNone/>
            </a:pPr>
            <a:endParaRPr lang="es-ES" dirty="0"/>
          </a:p>
          <a:p>
            <a:pPr rtl="0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77643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C53BE6CC-8C1E-6B1C-8AA5-3F3426DFC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777246"/>
            <a:ext cx="10058400" cy="109728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Justificación y EVIDENCIAS</a:t>
            </a: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5B9CCD2F-6960-1115-4E8A-99C450D747C3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711243" y="2287435"/>
            <a:ext cx="8634028" cy="376819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El cliente como </a:t>
            </a:r>
            <a:r>
              <a:rPr lang="es-ES" dirty="0" err="1"/>
              <a:t>feedback</a:t>
            </a:r>
            <a:r>
              <a:rPr lang="es-ES" dirty="0"/>
              <a:t> nos expresó de mejor forma sus prioridades, dando como resultado estos cambios.</a:t>
            </a:r>
          </a:p>
          <a:p>
            <a:pPr rtl="0"/>
            <a:r>
              <a:rPr lang="es-ES" dirty="0"/>
              <a:t>Los cambios se reflejan en el producto backlog, el cual tiene ahora las historias de las épicas 5, 2 y 3 antes de las historias de la épica 1.</a:t>
            </a:r>
          </a:p>
          <a:p>
            <a:r>
              <a:rPr lang="es-ES" i="1" dirty="0"/>
              <a:t>https://docs.google.com/document/d/1oucn3NFstSx6hrn9Fci2aH-D6580kqulUGjV8IFFlhI/edit?usp=sharing</a:t>
            </a:r>
          </a:p>
          <a:p>
            <a:pPr rtl="0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29045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F97A2-658D-AF9C-1381-9D3A077DE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20E8032E-9EC5-EB1E-4925-DA1588E909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777246"/>
            <a:ext cx="10058400" cy="109728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Metodología</a:t>
            </a: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C4DD0918-2D31-5AC5-E2EE-ADEEDE6F4C5B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711243" y="2287435"/>
            <a:ext cx="8634028" cy="3768195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Se continúo con la adopción de la metodología ágil scrum, teniendo reuniones con cliente, reuniones diarias entre nosotros y apoyo mutuo continúo.</a:t>
            </a:r>
          </a:p>
          <a:p>
            <a:pPr rtl="0"/>
            <a:r>
              <a:rPr lang="es-ES" dirty="0"/>
              <a:t>Aplicamos esta metodología por medio del trabajo colaborativo en </a:t>
            </a:r>
            <a:r>
              <a:rPr lang="es-ES" dirty="0" err="1"/>
              <a:t>github</a:t>
            </a:r>
            <a:r>
              <a:rPr lang="es-ES" dirty="0"/>
              <a:t> y </a:t>
            </a:r>
            <a:r>
              <a:rPr lang="es-ES" dirty="0" err="1"/>
              <a:t>trello</a:t>
            </a:r>
            <a:r>
              <a:rPr lang="es-ES" dirty="0"/>
              <a:t>, lugar que guarda todas nuestras evidencias en tiempo real.</a:t>
            </a:r>
          </a:p>
          <a:p>
            <a:r>
              <a:rPr lang="es-ES" dirty="0"/>
              <a:t> </a:t>
            </a:r>
            <a:r>
              <a:rPr lang="es-ES" dirty="0" err="1"/>
              <a:t>Github</a:t>
            </a:r>
            <a:r>
              <a:rPr lang="es-ES" dirty="0"/>
              <a:t>: </a:t>
            </a:r>
            <a:r>
              <a:rPr lang="es-ES" dirty="0">
                <a:hlinkClick r:id="rId3"/>
              </a:rPr>
              <a:t>https://github.com/Santiajo/DBN</a:t>
            </a:r>
            <a:endParaRPr lang="es-ES" dirty="0"/>
          </a:p>
          <a:p>
            <a:r>
              <a:rPr lang="es-ES" i="1" dirty="0"/>
              <a:t>Trello: https://trello.com/b/V96iie4R/sprint-1</a:t>
            </a:r>
          </a:p>
          <a:p>
            <a:pPr rtl="0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90496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4E216B-F23B-E083-960E-A73E63D02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Trello</a:t>
            </a:r>
            <a:endParaRPr lang="es-CL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9BE12DE7-01A0-1D9C-49BF-777B86520D87}"/>
              </a:ext>
            </a:extLst>
          </p:cNvPr>
          <p:cNvPicPr>
            <a:picLocks noGrp="1" noChangeAspect="1"/>
          </p:cNvPicPr>
          <p:nvPr>
            <p:ph sz="quarter" idx="17"/>
          </p:nvPr>
        </p:nvPicPr>
        <p:blipFill>
          <a:blip r:embed="rId2"/>
          <a:stretch>
            <a:fillRect/>
          </a:stretch>
        </p:blipFill>
        <p:spPr>
          <a:xfrm>
            <a:off x="1881441" y="2287588"/>
            <a:ext cx="8429117" cy="376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652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EFD488-06C9-4378-2ED4-50022328E4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777246"/>
            <a:ext cx="10058400" cy="1097280"/>
          </a:xfrm>
        </p:spPr>
        <p:txBody>
          <a:bodyPr wrap="square" anchor="ctr">
            <a:normAutofit/>
          </a:bodyPr>
          <a:lstStyle/>
          <a:p>
            <a:r>
              <a:rPr lang="es-MX" dirty="0"/>
              <a:t>GITHUB</a:t>
            </a:r>
            <a:endParaRPr lang="es-CL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15393375-9700-FC16-10FD-D066F3FB8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243" y="2406668"/>
            <a:ext cx="8769514" cy="352972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788277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DE47D-54B6-A666-0ED8-6BC8B4D69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BD9831-5D15-C043-1987-76ABC4262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777246"/>
            <a:ext cx="10058400" cy="1097280"/>
          </a:xfrm>
        </p:spPr>
        <p:txBody>
          <a:bodyPr wrap="square" anchor="ctr">
            <a:normAutofit/>
          </a:bodyPr>
          <a:lstStyle/>
          <a:p>
            <a:r>
              <a:rPr lang="es-MX" dirty="0"/>
              <a:t>GITHUB</a:t>
            </a:r>
            <a:endParaRPr lang="es-CL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678CDC3-224B-7E5F-0DDD-A4A9FE256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5231" y="2287435"/>
            <a:ext cx="7281537" cy="376819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2118744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7F1FB-E013-B7AE-2933-25762856F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5ECAE1-E229-CA84-6BE5-B8F54B46A8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97100" y="1079500"/>
            <a:ext cx="7797799" cy="2138400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AVANCE TOTAL DEL PROYECTO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6BBD722-BF69-84FD-9C2D-276EA7229E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8350" y="4113213"/>
            <a:ext cx="5575300" cy="1655762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Avance actual respecto a la totalidad del proyecto</a:t>
            </a:r>
          </a:p>
        </p:txBody>
      </p:sp>
    </p:spTree>
    <p:extLst>
      <p:ext uri="{BB962C8B-B14F-4D97-AF65-F5344CB8AC3E}">
        <p14:creationId xmlns:p14="http://schemas.microsoft.com/office/powerpoint/2010/main" val="2635633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021A6A-5751-8C7E-CEB1-B1BD6B03C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777246"/>
            <a:ext cx="10058400" cy="1097280"/>
          </a:xfrm>
        </p:spPr>
        <p:txBody>
          <a:bodyPr wrap="square" anchor="ctr">
            <a:normAutofit/>
          </a:bodyPr>
          <a:lstStyle/>
          <a:p>
            <a:r>
              <a:rPr lang="es-MX" dirty="0" err="1"/>
              <a:t>Planning</a:t>
            </a:r>
            <a:endParaRPr lang="es-CL" dirty="0"/>
          </a:p>
        </p:txBody>
      </p:sp>
      <p:pic>
        <p:nvPicPr>
          <p:cNvPr id="5" name="Imagen 4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48CF3AC8-35FF-ECA1-8E82-C2071210B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456" y="2297622"/>
            <a:ext cx="9399087" cy="378313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0497123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9152CD-4C4C-9E44-BE9B-72AB9835E6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70326" y="539751"/>
            <a:ext cx="4451349" cy="2082226"/>
          </a:xfrm>
        </p:spPr>
        <p:txBody>
          <a:bodyPr rtlCol="0"/>
          <a:lstStyle>
            <a:defPPr>
              <a:defRPr lang="es-ES"/>
            </a:defPPr>
          </a:lstStyle>
          <a:p>
            <a:pPr rtl="0"/>
            <a:r>
              <a:rPr lang="es-ES" dirty="0"/>
              <a:t>Gracias</a:t>
            </a:r>
          </a:p>
        </p:txBody>
      </p:sp>
    </p:spTree>
    <p:extLst>
      <p:ext uri="{BB962C8B-B14F-4D97-AF65-F5344CB8AC3E}">
        <p14:creationId xmlns:p14="http://schemas.microsoft.com/office/powerpoint/2010/main" val="3684793955"/>
      </p:ext>
    </p:extLst>
  </p:cSld>
  <p:clrMapOvr>
    <a:masterClrMapping/>
  </p:clrMapOvr>
</p:sld>
</file>

<file path=ppt/theme/theme1.xml><?xml version="1.0" encoding="utf-8"?>
<a:theme xmlns:a="http://schemas.openxmlformats.org/drawingml/2006/main" name="LeafVTI">
  <a:themeElements>
    <a:clrScheme name="Leaf">
      <a:dk1>
        <a:sysClr val="windowText" lastClr="000000"/>
      </a:dk1>
      <a:lt1>
        <a:sysClr val="window" lastClr="FFFFFF"/>
      </a:lt1>
      <a:dk2>
        <a:srgbClr val="732124"/>
      </a:dk2>
      <a:lt2>
        <a:srgbClr val="F0EDE5"/>
      </a:lt2>
      <a:accent1>
        <a:srgbClr val="D34817"/>
      </a:accent1>
      <a:accent2>
        <a:srgbClr val="A68D65"/>
      </a:accent2>
      <a:accent3>
        <a:srgbClr val="728377"/>
      </a:accent3>
      <a:accent4>
        <a:srgbClr val="B4797B"/>
      </a:accent4>
      <a:accent5>
        <a:srgbClr val="CE8439"/>
      </a:accent5>
      <a:accent6>
        <a:srgbClr val="CF3A2A"/>
      </a:accent6>
      <a:hlink>
        <a:srgbClr val="D06853"/>
      </a:hlink>
      <a:folHlink>
        <a:srgbClr val="B67779"/>
      </a:folHlink>
    </a:clrScheme>
    <a:fontScheme name="Leaf">
      <a:majorFont>
        <a:latin typeface="Rockwell Nova Light"/>
        <a:ea typeface=""/>
        <a:cs typeface=""/>
      </a:majorFont>
      <a:minorFont>
        <a:latin typeface="Avenir Next LT Pro Light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3135384_TF22339732_Win32" id="{4CF3E7C7-8645-48E3-844C-1A45590DB6B6}" vid="{944712F9-A607-49BC-902F-6F88FF8A975C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F021420E-D6CD-4398-9C5C-03FBF688746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70C3F92-C0AD-4E73-8A22-9D413A456BA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75126FD-8B44-46F3-BEB2-D5456E76919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Diseño de hojas</Template>
  <TotalTime>19</TotalTime>
  <Words>264</Words>
  <Application>Microsoft Office PowerPoint</Application>
  <PresentationFormat>Panorámica</PresentationFormat>
  <Paragraphs>39</Paragraphs>
  <Slides>13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Arial</vt:lpstr>
      <vt:lpstr>Avenir Next LT Pro Light</vt:lpstr>
      <vt:lpstr>Calibri</vt:lpstr>
      <vt:lpstr>Rockwell Nova Light</vt:lpstr>
      <vt:lpstr>Wingdings</vt:lpstr>
      <vt:lpstr>LeafVTI</vt:lpstr>
      <vt:lpstr>AVANCE PROYECTO DBN</vt:lpstr>
      <vt:lpstr>Contexto</vt:lpstr>
      <vt:lpstr>Cambios del proyecto</vt:lpstr>
      <vt:lpstr>Roadmap ANTIGUO</vt:lpstr>
      <vt:lpstr>CAMBIOS</vt:lpstr>
      <vt:lpstr>Justificación y EVIDENCIAS</vt:lpstr>
      <vt:lpstr>Metodología</vt:lpstr>
      <vt:lpstr>Trello</vt:lpstr>
      <vt:lpstr>GITHUB</vt:lpstr>
      <vt:lpstr>GITHUB</vt:lpstr>
      <vt:lpstr>AVANCE TOTAL DEL PROYECTO</vt:lpstr>
      <vt:lpstr>Planning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CARLOS . MANZO JORQUERA</dc:creator>
  <cp:lastModifiedBy>CARLOS . MANZO JORQUERA</cp:lastModifiedBy>
  <cp:revision>1</cp:revision>
  <dcterms:created xsi:type="dcterms:W3CDTF">2025-10-12T04:25:38Z</dcterms:created>
  <dcterms:modified xsi:type="dcterms:W3CDTF">2025-10-12T04:45:18Z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