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aleway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7" Type="http://schemas.openxmlformats.org/officeDocument/2006/relationships/font" Target="fonts/Lato-regular.fntdata"/><Relationship Id="rId16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596002056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8596002056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596002056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8596002056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596002056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596002056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8596002056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8596002056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596002056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8596002056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596002056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8596002056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Presentación</a:t>
            </a:r>
            <a:r>
              <a:rPr lang="es"/>
              <a:t> Fase 1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Carlos Manzo, Zuar </a:t>
            </a:r>
            <a:r>
              <a:rPr lang="es"/>
              <a:t>Sepúlveda</a:t>
            </a:r>
            <a:r>
              <a:rPr lang="es"/>
              <a:t>, Benjamin Huentemilla,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Introducción</a:t>
            </a:r>
            <a:r>
              <a:rPr lang="es"/>
              <a:t> al proyecto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¿Cual es el contexto de nuestro proyecto?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¿</a:t>
            </a:r>
            <a:r>
              <a:rPr lang="es"/>
              <a:t>Qué</a:t>
            </a:r>
            <a:r>
              <a:rPr lang="es"/>
              <a:t> </a:t>
            </a:r>
            <a:r>
              <a:rPr lang="es"/>
              <a:t>relación</a:t>
            </a:r>
            <a:r>
              <a:rPr lang="es"/>
              <a:t> existe con nuestras competencias y/o nuestros intereses profesionales?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¿Es posible realizarlo durante la </a:t>
            </a:r>
            <a:r>
              <a:rPr lang="es"/>
              <a:t>asignatura</a:t>
            </a:r>
            <a:r>
              <a:rPr lang="es"/>
              <a:t>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Objetivos definidos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9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Nuestro objetivo general es “Documentar, diseñar, desarrollar, codificar, testear, implementar y debuggear un sistema web para la tienda de Piedra Bruja que les permita a jugadores y administradores gestionar sus partidas de rol guiadas de forma eficiente y guiada”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Documentar el proyecto bajo la metodología ágil Scrum.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Diseñar una experiencia de usuario agradable.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Desarrollar un sistema de compra y venta de items.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Desarrollar un panel de administración.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Codificar, testear y debuggear un código seguro y escalable.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Implementación de la página web al mercado.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Metodología</a:t>
            </a:r>
            <a:r>
              <a:rPr lang="es"/>
              <a:t> de trabajo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9450" y="2078875"/>
            <a:ext cx="7688700" cy="28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Para el desarrollo de este proyecto se hará uso de la metodología ágil Scrum. Esta se ha elegido por su capacidad para ofrecer flexibilidad y adaptabilidad frente a cambios, lo cual nos permitirá ser más proactivos y mantener una comunicación constante y efectiva con el cliente.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Historias de usuario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Product Backlog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Roadmap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Sprint Backlog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Burndown y Burnup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s"/>
              <a:t>Actas de retrospectiva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Plan de trabajo establecido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Demostración</a:t>
            </a:r>
            <a:r>
              <a:rPr lang="es"/>
              <a:t> de evidencias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Conclusión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